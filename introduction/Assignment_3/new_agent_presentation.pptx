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22"/>
  </p:notesMasterIdLst>
  <p:sldIdLst>
    <p:sldId id="256" r:id="rId5"/>
    <p:sldId id="257" r:id="rId6"/>
    <p:sldId id="261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59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85B53-D9F5-498A-B50D-386956F5EE7B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D0A88-201F-419C-97C9-3A709AF8F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5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D0A88-201F-419C-97C9-3A709AF8F4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73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D0A88-201F-419C-97C9-3A709AF8F4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62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D0A88-201F-419C-97C9-3A709AF8F4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19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D0A88-201F-419C-97C9-3A709AF8F4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2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D0A88-201F-419C-97C9-3A709AF8F4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07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ubTitle"/>
          </p:nvPr>
        </p:nvSpPr>
        <p:spPr>
          <a:xfrm>
            <a:off x="2971800" y="2231280"/>
            <a:ext cx="3200040" cy="3729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ubTitle"/>
          </p:nvPr>
        </p:nvSpPr>
        <p:spPr>
          <a:xfrm>
            <a:off x="2971800" y="2231280"/>
            <a:ext cx="3200040" cy="3729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ubTitle"/>
          </p:nvPr>
        </p:nvSpPr>
        <p:spPr>
          <a:xfrm>
            <a:off x="2971800" y="2231280"/>
            <a:ext cx="3200040" cy="3729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ubTitle"/>
          </p:nvPr>
        </p:nvSpPr>
        <p:spPr>
          <a:xfrm>
            <a:off x="2971800" y="2231280"/>
            <a:ext cx="3200040" cy="3729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248800" y="2002680"/>
            <a:ext cx="3264120" cy="179172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r>
              <a:rPr lang="en-US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CustomShape 2"/>
          <p:cNvSpPr/>
          <p:nvPr/>
        </p:nvSpPr>
        <p:spPr>
          <a:xfrm flipH="1">
            <a:off x="5826240" y="451440"/>
            <a:ext cx="1672200" cy="12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/>
          <p:cNvSpPr/>
          <p:nvPr/>
        </p:nvSpPr>
        <p:spPr>
          <a:xfrm rot="10800000">
            <a:off x="7513200" y="457920"/>
            <a:ext cx="829080" cy="743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 flipH="1">
            <a:off x="8349120" y="-6480"/>
            <a:ext cx="796320" cy="1187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" name="Group 5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5" name="CustomShape 6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/>
              <a:ahLst/>
              <a:cxnLst/>
              <a:rect l="l" t="t" r="r" b="b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/>
              <a:ahLst/>
              <a:cxnLst/>
              <a:rect l="l" t="t" r="r" b="b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/>
              <a:ahLst/>
              <a:cxnLst/>
              <a:rect l="l" t="t" r="r" b="b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/>
              <a:ahLst/>
              <a:cxnLst/>
              <a:rect l="l" t="t" r="r" b="b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/>
              <a:ahLst/>
              <a:cxnLst/>
              <a:rect l="l" t="t" r="r" b="b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/>
              <a:ahLst/>
              <a:cxnLst/>
              <a:rect l="l" t="t" r="r" b="b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1" name="Group 1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2" name="CustomShape 13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/>
              <a:ahLst/>
              <a:cxnLst/>
              <a:rect l="l" t="t" r="r" b="b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CustomShape 14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/>
              <a:ahLst/>
              <a:cxnLst/>
              <a:rect l="l" t="t" r="r" b="b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CustomShape 15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/>
              <a:ahLst/>
              <a:cxnLst/>
              <a:rect l="l" t="t" r="r" b="b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/>
              <a:ahLst/>
              <a:cxnLst/>
              <a:rect l="l" t="t" r="r" b="b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6" name="CustomShape 17"/>
          <p:cNvSpPr/>
          <p:nvPr/>
        </p:nvSpPr>
        <p:spPr>
          <a:xfrm>
            <a:off x="5690520" y="425880"/>
            <a:ext cx="288360" cy="288000"/>
          </a:xfrm>
          <a:custGeom>
            <a:avLst/>
            <a:gdLst/>
            <a:ahLst/>
            <a:cxnLst/>
            <a:rect l="l" t="t" r="r" b="b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8"/>
          <p:cNvSpPr/>
          <p:nvPr/>
        </p:nvSpPr>
        <p:spPr>
          <a:xfrm>
            <a:off x="5688360" y="423360"/>
            <a:ext cx="292680" cy="293040"/>
          </a:xfrm>
          <a:custGeom>
            <a:avLst/>
            <a:gdLst/>
            <a:ahLst/>
            <a:cxnLst/>
            <a:rect l="l" t="t" r="r" b="b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9"/>
          <p:cNvSpPr/>
          <p:nvPr/>
        </p:nvSpPr>
        <p:spPr>
          <a:xfrm>
            <a:off x="5727240" y="462240"/>
            <a:ext cx="215280" cy="214920"/>
          </a:xfrm>
          <a:custGeom>
            <a:avLst/>
            <a:gdLst/>
            <a:ahLst/>
            <a:cxnLst/>
            <a:rect l="l" t="t" r="r" b="b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20"/>
          <p:cNvSpPr/>
          <p:nvPr/>
        </p:nvSpPr>
        <p:spPr>
          <a:xfrm>
            <a:off x="5724720" y="459720"/>
            <a:ext cx="219600" cy="219960"/>
          </a:xfrm>
          <a:custGeom>
            <a:avLst/>
            <a:gdLst/>
            <a:ahLst/>
            <a:cxnLst/>
            <a:rect l="l" t="t" r="r" b="b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21"/>
          <p:cNvSpPr/>
          <p:nvPr/>
        </p:nvSpPr>
        <p:spPr>
          <a:xfrm>
            <a:off x="5766480" y="501840"/>
            <a:ext cx="135720" cy="135720"/>
          </a:xfrm>
          <a:custGeom>
            <a:avLst/>
            <a:gdLst/>
            <a:ahLst/>
            <a:cxnLst/>
            <a:rect l="l" t="t" r="r" b="b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2"/>
          <p:cNvSpPr/>
          <p:nvPr/>
        </p:nvSpPr>
        <p:spPr>
          <a:xfrm>
            <a:off x="5764320" y="499680"/>
            <a:ext cx="140760" cy="140400"/>
          </a:xfrm>
          <a:custGeom>
            <a:avLst/>
            <a:gdLst/>
            <a:ahLst/>
            <a:cxnLst/>
            <a:rect l="l" t="t" r="r" b="b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2" name="Group 23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3" name="CustomShape 24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" name="CustomShape 25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" name="CustomShape 26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6" name="Group 2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" name="CustomShape 28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" name="CustomShape 29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" name="CustomShape 3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0" name="Group 31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1" name="CustomShape 3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2" name="CustomShape 33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3" name="CustomShape 34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4" name="PlaceHolder 3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" name="CustomShape 3"/>
          <p:cNvSpPr/>
          <p:nvPr/>
        </p:nvSpPr>
        <p:spPr>
          <a:xfrm>
            <a:off x="590400" y="4340520"/>
            <a:ext cx="1212480" cy="422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CustomShape 4"/>
          <p:cNvSpPr/>
          <p:nvPr/>
        </p:nvSpPr>
        <p:spPr>
          <a:xfrm rot="10800000" flipH="1">
            <a:off x="7200" y="4332960"/>
            <a:ext cx="582120" cy="654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5" name="Group 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76" name="CustomShape 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/>
              <a:ahLst/>
              <a:cxnLst/>
              <a:rect l="l" t="t" r="r" b="b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CustomShape 7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/>
              <a:ahLst/>
              <a:cxnLst/>
              <a:rect l="l" t="t" r="r" b="b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CustomShape 8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/>
              <a:ahLst/>
              <a:cxnLst/>
              <a:rect l="l" t="t" r="r" b="b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" name="CustomShape 9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/>
              <a:ahLst/>
              <a:cxnLst/>
              <a:rect l="l" t="t" r="r" b="b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0" name="Group 10"/>
          <p:cNvGrpSpPr/>
          <p:nvPr/>
        </p:nvGrpSpPr>
        <p:grpSpPr>
          <a:xfrm>
            <a:off x="1646280" y="4616640"/>
            <a:ext cx="292680" cy="293040"/>
            <a:chOff x="1646280" y="4616640"/>
            <a:chExt cx="292680" cy="293040"/>
          </a:xfrm>
        </p:grpSpPr>
        <p:sp>
          <p:nvSpPr>
            <p:cNvPr id="81" name="CustomShape 11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avLst/>
              <a:gdLst/>
              <a:ahLst/>
              <a:cxnLst/>
              <a:rect l="l" t="t" r="r" b="b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" name="CustomShape 12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avLst/>
              <a:gdLst/>
              <a:ahLst/>
              <a:cxnLst/>
              <a:rect l="l" t="t" r="r" b="b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" name="CustomShape 13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avLst/>
              <a:gdLst/>
              <a:ahLst/>
              <a:cxnLst/>
              <a:rect l="l" t="t" r="r" b="b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" name="CustomShape 14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avLst/>
              <a:gdLst/>
              <a:ahLst/>
              <a:cxnLst/>
              <a:rect l="l" t="t" r="r" b="b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" name="CustomShape 15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avLst/>
              <a:gdLst/>
              <a:ahLst/>
              <a:cxnLst/>
              <a:rect l="l" t="t" r="r" b="b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" name="CustomShape 16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avLst/>
              <a:gdLst/>
              <a:ahLst/>
              <a:cxnLst/>
              <a:rect l="l" t="t" r="r" b="b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7" name="CustomShape 17"/>
          <p:cNvSpPr/>
          <p:nvPr/>
        </p:nvSpPr>
        <p:spPr>
          <a:xfrm rot="10800000">
            <a:off x="7197480" y="294840"/>
            <a:ext cx="1156680" cy="542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18"/>
          <p:cNvSpPr/>
          <p:nvPr/>
        </p:nvSpPr>
        <p:spPr>
          <a:xfrm flipH="1">
            <a:off x="8353440" y="-6480"/>
            <a:ext cx="790920" cy="835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9" name="Group 19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90" name="CustomShape 2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/>
              <a:ahLst/>
              <a:cxnLst/>
              <a:rect l="l" t="t" r="r" b="b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" name="CustomShape 21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/>
              <a:ahLst/>
              <a:cxnLst/>
              <a:rect l="l" t="t" r="r" b="b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" name="CustomShape 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/>
              <a:ahLst/>
              <a:cxnLst/>
              <a:rect l="l" t="t" r="r" b="b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" name="CustomShape 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/>
              <a:ahLst/>
              <a:cxnLst/>
              <a:rect l="l" t="t" r="r" b="b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" name="CustomShape 24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/>
              <a:ahLst/>
              <a:cxnLst/>
              <a:rect l="l" t="t" r="r" b="b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" name="CustomShape 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/>
              <a:ahLst/>
              <a:cxnLst/>
              <a:rect l="l" t="t" r="r" b="b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96" name="Group 2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97" name="CustomShape 27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/>
              <a:ahLst/>
              <a:cxnLst/>
              <a:rect l="l" t="t" r="r" b="b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" name="CustomShape 28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/>
              <a:ahLst/>
              <a:cxnLst/>
              <a:rect l="l" t="t" r="r" b="b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" name="CustomShape 29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/>
              <a:ahLst/>
              <a:cxnLst/>
              <a:rect l="l" t="t" r="r" b="b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0" name="CustomShape 3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/>
              <a:ahLst/>
              <a:cxnLst/>
              <a:rect l="l" t="t" r="r" b="b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01" name="Group 31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02" name="CustomShape 3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/>
              <a:ahLst/>
              <a:cxnLst/>
              <a:rect l="l" t="t" r="r" b="b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3" name="CustomShape 3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/>
              <a:ahLst/>
              <a:cxnLst/>
              <a:rect l="l" t="t" r="r" b="b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" name="CustomShape 34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/>
              <a:ahLst/>
              <a:cxnLst/>
              <a:rect l="l" t="t" r="r" b="b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CustomShape 3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/>
              <a:ahLst/>
              <a:cxnLst/>
              <a:rect l="l" t="t" r="r" b="b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06" name="Group 3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07" name="CustomShape 3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" name="CustomShape 38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" name="CustomShape 39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10" name="Group 4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11" name="CustomShape 41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" name="CustomShape 4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" name="CustomShape 4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2" name="CustomShape 3"/>
          <p:cNvSpPr/>
          <p:nvPr/>
        </p:nvSpPr>
        <p:spPr>
          <a:xfrm rot="10800000">
            <a:off x="303120" y="3359880"/>
            <a:ext cx="151560" cy="956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CustomShape 4"/>
          <p:cNvSpPr/>
          <p:nvPr/>
        </p:nvSpPr>
        <p:spPr>
          <a:xfrm rot="10800000" flipH="1">
            <a:off x="0" y="4332960"/>
            <a:ext cx="446400" cy="66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54" name="Group 5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155" name="CustomShape 6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/>
              <a:ahLst/>
              <a:cxnLst/>
              <a:rect l="l" t="t" r="r" b="b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6" name="CustomShape 7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/>
              <a:ahLst/>
              <a:cxnLst/>
              <a:rect l="l" t="t" r="r" b="b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7" name="CustomShape 8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/>
              <a:ahLst/>
              <a:cxnLst/>
              <a:rect l="l" t="t" r="r" b="b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8" name="CustomShape 9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/>
              <a:ahLst/>
              <a:cxnLst/>
              <a:rect l="l" t="t" r="r" b="b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59" name="Group 10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160" name="CustomShape 11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/>
              <a:ahLst/>
              <a:cxnLst/>
              <a:rect l="l" t="t" r="r" b="b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1" name="CustomShape 12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/>
              <a:ahLst/>
              <a:cxnLst/>
              <a:rect l="l" t="t" r="r" b="b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2" name="CustomShape 1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/>
              <a:ahLst/>
              <a:cxnLst/>
              <a:rect l="l" t="t" r="r" b="b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3" name="CustomShape 14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/>
              <a:ahLst/>
              <a:cxnLst/>
              <a:rect l="l" t="t" r="r" b="b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4" name="CustomShape 15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/>
              <a:ahLst/>
              <a:cxnLst/>
              <a:rect l="l" t="t" r="r" b="b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5" name="CustomShape 16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/>
              <a:ahLst/>
              <a:cxnLst/>
              <a:rect l="l" t="t" r="r" b="b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66" name="CustomShape 17"/>
          <p:cNvSpPr/>
          <p:nvPr/>
        </p:nvSpPr>
        <p:spPr>
          <a:xfrm rot="10800000">
            <a:off x="7197480" y="294840"/>
            <a:ext cx="1156680" cy="542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18"/>
          <p:cNvSpPr/>
          <p:nvPr/>
        </p:nvSpPr>
        <p:spPr>
          <a:xfrm flipH="1">
            <a:off x="8353440" y="-6480"/>
            <a:ext cx="790920" cy="835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68" name="Group 19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69" name="CustomShape 2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/>
              <a:ahLst/>
              <a:cxnLst/>
              <a:rect l="l" t="t" r="r" b="b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0" name="CustomShape 21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/>
              <a:ahLst/>
              <a:cxnLst/>
              <a:rect l="l" t="t" r="r" b="b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CustomShape 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/>
              <a:ahLst/>
              <a:cxnLst/>
              <a:rect l="l" t="t" r="r" b="b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2" name="CustomShape 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/>
              <a:ahLst/>
              <a:cxnLst/>
              <a:rect l="l" t="t" r="r" b="b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3" name="CustomShape 24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/>
              <a:ahLst/>
              <a:cxnLst/>
              <a:rect l="l" t="t" r="r" b="b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4" name="CustomShape 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/>
              <a:ahLst/>
              <a:cxnLst/>
              <a:rect l="l" t="t" r="r" b="b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75" name="Group 2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76" name="CustomShape 27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/>
              <a:ahLst/>
              <a:cxnLst/>
              <a:rect l="l" t="t" r="r" b="b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7" name="CustomShape 28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/>
              <a:ahLst/>
              <a:cxnLst/>
              <a:rect l="l" t="t" r="r" b="b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8" name="CustomShape 29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/>
              <a:ahLst/>
              <a:cxnLst/>
              <a:rect l="l" t="t" r="r" b="b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9" name="CustomShape 3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/>
              <a:ahLst/>
              <a:cxnLst/>
              <a:rect l="l" t="t" r="r" b="b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80" name="Group 31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81" name="CustomShape 3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/>
              <a:ahLst/>
              <a:cxnLst/>
              <a:rect l="l" t="t" r="r" b="b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2" name="CustomShape 3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/>
              <a:ahLst/>
              <a:cxnLst/>
              <a:rect l="l" t="t" r="r" b="b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3" name="CustomShape 34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/>
              <a:ahLst/>
              <a:cxnLst/>
              <a:rect l="l" t="t" r="r" b="b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4" name="CustomShape 3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/>
              <a:ahLst/>
              <a:cxnLst/>
              <a:rect l="l" t="t" r="r" b="b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85" name="Group 3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86" name="CustomShape 3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7" name="CustomShape 38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8" name="CustomShape 39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89" name="Group 4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90" name="CustomShape 41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1" name="CustomShape 4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2" name="CustomShape 4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1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230" name="CustomShape 2"/>
            <p:cNvSpPr/>
            <p:nvPr/>
          </p:nvSpPr>
          <p:spPr>
            <a:xfrm>
              <a:off x="2132640" y="713520"/>
              <a:ext cx="4878360" cy="3715920"/>
            </a:xfrm>
            <a:custGeom>
              <a:avLst/>
              <a:gdLst/>
              <a:ahLst/>
              <a:cxnLst/>
              <a:rect l="l" t="t" r="r" b="b"/>
              <a:pathLst>
                <a:path w="272401" h="207444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1" name="CustomShape 3"/>
            <p:cNvSpPr/>
            <p:nvPr/>
          </p:nvSpPr>
          <p:spPr>
            <a:xfrm>
              <a:off x="2198880" y="713160"/>
              <a:ext cx="4710240" cy="3716640"/>
            </a:xfrm>
            <a:custGeom>
              <a:avLst/>
              <a:gdLst/>
              <a:ahLst/>
              <a:cxnLst/>
              <a:rect l="l" t="t" r="r" b="b"/>
              <a:pathLst>
                <a:path w="263009" h="20748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32" name="PlaceHolder 4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3" name="PlaceHolder 5"/>
          <p:cNvSpPr>
            <a:spLocks noGrp="1"/>
          </p:cNvSpPr>
          <p:nvPr>
            <p:ph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600" b="0" strike="noStrike" spc="-1">
                <a:solidFill>
                  <a:srgbClr val="494949"/>
                </a:solidFill>
                <a:latin typeface="Fjalla One"/>
                <a:ea typeface="Fjalla One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4" name="Group 6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sp>
          <p:nvSpPr>
            <p:cNvPr id="235" name="CustomShape 7"/>
            <p:cNvSpPr/>
            <p:nvPr/>
          </p:nvSpPr>
          <p:spPr>
            <a:xfrm rot="10800000">
              <a:off x="8420040" y="2664720"/>
              <a:ext cx="360" cy="2500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36" name="Group 8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237" name="CustomShape 9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8" name="CustomShape 1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9" name="CustomShape 11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0" name="CustomShape 12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1" name="CustomShape 1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2" name="CustomShape 1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43" name="Group 15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244" name="CustomShape 16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5" name="CustomShape 17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6" name="CustomShape 18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7" name="CustomShape 19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48" name="Group 2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249" name="CustomShape 21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0" name="CustomShape 22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1" name="CustomShape 2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2" name="CustomShape 2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53" name="CustomShape 25"/>
            <p:cNvSpPr/>
            <p:nvPr/>
          </p:nvSpPr>
          <p:spPr>
            <a:xfrm>
              <a:off x="723600" y="720"/>
              <a:ext cx="360" cy="2500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54" name="Group 26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255" name="CustomShape 27"/>
              <p:cNvSpPr/>
              <p:nvPr/>
            </p:nvSpPr>
            <p:spPr>
              <a:xfrm rot="10800000">
                <a:off x="437760" y="296640"/>
                <a:ext cx="572400" cy="572040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6" name="CustomShape 28"/>
              <p:cNvSpPr/>
              <p:nvPr/>
            </p:nvSpPr>
            <p:spPr>
              <a:xfrm rot="10800000">
                <a:off x="433080" y="291600"/>
                <a:ext cx="58140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7" name="CustomShape 29"/>
              <p:cNvSpPr/>
              <p:nvPr/>
            </p:nvSpPr>
            <p:spPr>
              <a:xfrm rot="10800000">
                <a:off x="510120" y="369360"/>
                <a:ext cx="427680" cy="426960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8" name="CustomShape 30"/>
              <p:cNvSpPr/>
              <p:nvPr/>
            </p:nvSpPr>
            <p:spPr>
              <a:xfrm rot="10800000">
                <a:off x="505440" y="364320"/>
                <a:ext cx="436680" cy="43704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9" name="CustomShape 31"/>
              <p:cNvSpPr/>
              <p:nvPr/>
            </p:nvSpPr>
            <p:spPr>
              <a:xfrm rot="10800000">
                <a:off x="589320" y="447840"/>
                <a:ext cx="270000" cy="2700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0" name="CustomShape 32"/>
              <p:cNvSpPr/>
              <p:nvPr/>
            </p:nvSpPr>
            <p:spPr>
              <a:xfrm rot="10800000">
                <a:off x="584280" y="443160"/>
                <a:ext cx="279360" cy="279000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61" name="Group 3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262" name="CustomShape 3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3" name="CustomShape 35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4" name="CustomShape 36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5" name="CustomShape 37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66" name="Group 38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267" name="CustomShape 39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8" name="CustomShape 4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9" name="CustomShape 41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0" name="CustomShape 42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71" name="Group 4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272" name="CustomShape 4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3" name="CustomShape 45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4" name="CustomShape 46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75" name="Group 47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276" name="CustomShape 48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7" name="CustomShape 49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8" name="CustomShape 5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79" name="Group 51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80" name="CustomShape 52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1" name="CustomShape 5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2" name="CustomShape 5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83" name="Group 55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84" name="CustomShape 56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5" name="CustomShape 57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6" name="CustomShape 58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87" name="CustomShape 59"/>
            <p:cNvSpPr/>
            <p:nvPr/>
          </p:nvSpPr>
          <p:spPr>
            <a:xfrm>
              <a:off x="8407080" y="0"/>
              <a:ext cx="360" cy="2160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8" name="CustomShape 60"/>
            <p:cNvSpPr/>
            <p:nvPr/>
          </p:nvSpPr>
          <p:spPr>
            <a:xfrm>
              <a:off x="718200" y="2985480"/>
              <a:ext cx="360" cy="2160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9" name="CustomShape 61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0" name="CustomShape 62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1" name="CustomShape 6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2" name="CustomShape 6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360">
              <a:solidFill>
                <a:schemeClr val="dk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93" name="PlaceHolder 6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Shape 1"/>
          <p:cNvSpPr txBox="1"/>
          <p:nvPr/>
        </p:nvSpPr>
        <p:spPr>
          <a:xfrm>
            <a:off x="5248800" y="2002680"/>
            <a:ext cx="3264120" cy="9767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5000" b="0" strike="noStrike" spc="-1" dirty="0" smtClean="0">
                <a:solidFill>
                  <a:srgbClr val="494949"/>
                </a:solidFill>
                <a:latin typeface="Fjalla One"/>
                <a:ea typeface="Fjalla One"/>
              </a:rPr>
              <a:t>Agent</a:t>
            </a:r>
            <a:endParaRPr lang="en-US" sz="5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Picture 6" descr="A picture containing 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383760" y="705240"/>
            <a:ext cx="4593600" cy="4437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1"/>
          <p:cNvSpPr txBox="1"/>
          <p:nvPr/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e-IL" sz="2800" spc="-1" dirty="0" smtClean="0">
                <a:solidFill>
                  <a:srgbClr val="494949"/>
                </a:solidFill>
                <a:latin typeface="Fjalla One"/>
              </a:rPr>
              <a:t>תזכורת – מבנה סביבת </a:t>
            </a:r>
            <a:r>
              <a:rPr lang="he-IL" sz="2800" spc="-1" dirty="0" err="1" smtClean="0">
                <a:solidFill>
                  <a:srgbClr val="494949"/>
                </a:solidFill>
                <a:latin typeface="Fjalla One"/>
              </a:rPr>
              <a:t>ורפיקציה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423360" y="1721160"/>
            <a:ext cx="1533240" cy="793440"/>
          </a:xfrm>
          <a:prstGeom prst="cloud">
            <a:avLst/>
          </a:prstGeom>
          <a:solidFill>
            <a:srgbClr val="DDF1FE"/>
          </a:solidFill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Sequence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4" name="CustomShape 3"/>
          <p:cNvSpPr/>
          <p:nvPr/>
        </p:nvSpPr>
        <p:spPr>
          <a:xfrm>
            <a:off x="2984040" y="1905120"/>
            <a:ext cx="90036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5" name="CustomShape 4"/>
          <p:cNvSpPr/>
          <p:nvPr/>
        </p:nvSpPr>
        <p:spPr>
          <a:xfrm>
            <a:off x="5119560" y="326556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Reference Module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6" name="CustomShape 5"/>
          <p:cNvSpPr/>
          <p:nvPr/>
        </p:nvSpPr>
        <p:spPr>
          <a:xfrm>
            <a:off x="5117760" y="156312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Device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Under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Test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7" name="CustomShape 6"/>
          <p:cNvSpPr/>
          <p:nvPr/>
        </p:nvSpPr>
        <p:spPr>
          <a:xfrm>
            <a:off x="7565399" y="3607200"/>
            <a:ext cx="991371" cy="43992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Scoreboard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8" name="CustomShape 7"/>
          <p:cNvSpPr/>
          <p:nvPr/>
        </p:nvSpPr>
        <p:spPr>
          <a:xfrm>
            <a:off x="7556040" y="1897920"/>
            <a:ext cx="91224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9" name="CustomShape 8"/>
          <p:cNvSpPr/>
          <p:nvPr/>
        </p:nvSpPr>
        <p:spPr>
          <a:xfrm flipV="1">
            <a:off x="3884400" y="2124000"/>
            <a:ext cx="1233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9"/>
          <p:cNvSpPr/>
          <p:nvPr/>
        </p:nvSpPr>
        <p:spPr>
          <a:xfrm>
            <a:off x="1955520" y="2118240"/>
            <a:ext cx="1027800" cy="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CustomShape 10"/>
          <p:cNvSpPr/>
          <p:nvPr/>
        </p:nvSpPr>
        <p:spPr>
          <a:xfrm flipV="1">
            <a:off x="6294600" y="2117880"/>
            <a:ext cx="1261440" cy="6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2" name="CustomShape 11"/>
          <p:cNvSpPr/>
          <p:nvPr/>
        </p:nvSpPr>
        <p:spPr>
          <a:xfrm rot="16200000" flipH="1">
            <a:off x="3535200" y="2243520"/>
            <a:ext cx="1481760" cy="1685160"/>
          </a:xfrm>
          <a:prstGeom prst="bentConnector2">
            <a:avLst/>
          </a:pr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12"/>
          <p:cNvSpPr/>
          <p:nvPr/>
        </p:nvSpPr>
        <p:spPr>
          <a:xfrm>
            <a:off x="6296400" y="3827520"/>
            <a:ext cx="1268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13"/>
          <p:cNvSpPr/>
          <p:nvPr/>
        </p:nvSpPr>
        <p:spPr>
          <a:xfrm flipH="1">
            <a:off x="8008920" y="2338200"/>
            <a:ext cx="2520" cy="126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1"/>
          <p:cNvSpPr txBox="1"/>
          <p:nvPr/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  <a:ea typeface="Fjalla One"/>
              </a:rPr>
              <a:t>Interface</a:t>
            </a: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423360" y="1721160"/>
            <a:ext cx="1533240" cy="793440"/>
          </a:xfrm>
          <a:prstGeom prst="cloud">
            <a:avLst/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Sequence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4" name="CustomShape 3"/>
          <p:cNvSpPr/>
          <p:nvPr/>
        </p:nvSpPr>
        <p:spPr>
          <a:xfrm>
            <a:off x="2984040" y="1905120"/>
            <a:ext cx="900360" cy="439920"/>
          </a:xfrm>
          <a:prstGeom prst="roundRect">
            <a:avLst>
              <a:gd name="adj" fmla="val 16667"/>
            </a:avLst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Agent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5" name="CustomShape 4"/>
          <p:cNvSpPr/>
          <p:nvPr/>
        </p:nvSpPr>
        <p:spPr>
          <a:xfrm>
            <a:off x="5119560" y="3265560"/>
            <a:ext cx="1176480" cy="1123200"/>
          </a:xfrm>
          <a:prstGeom prst="rect">
            <a:avLst/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Reference Module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6" name="CustomShape 5"/>
          <p:cNvSpPr/>
          <p:nvPr/>
        </p:nvSpPr>
        <p:spPr>
          <a:xfrm>
            <a:off x="5117760" y="1563120"/>
            <a:ext cx="1176480" cy="1123200"/>
          </a:xfrm>
          <a:prstGeom prst="rect">
            <a:avLst/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Device 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Under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Test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7" name="CustomShape 6"/>
          <p:cNvSpPr/>
          <p:nvPr/>
        </p:nvSpPr>
        <p:spPr>
          <a:xfrm>
            <a:off x="7565400" y="3607200"/>
            <a:ext cx="888120" cy="439920"/>
          </a:xfrm>
          <a:prstGeom prst="rect">
            <a:avLst/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Scoreboard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8" name="CustomShape 7"/>
          <p:cNvSpPr/>
          <p:nvPr/>
        </p:nvSpPr>
        <p:spPr>
          <a:xfrm>
            <a:off x="7556040" y="1897920"/>
            <a:ext cx="912240" cy="439920"/>
          </a:xfrm>
          <a:prstGeom prst="roundRect">
            <a:avLst>
              <a:gd name="adj" fmla="val 16667"/>
            </a:avLst>
          </a:prstGeom>
          <a:solidFill>
            <a:schemeClr val="accent1">
              <a:alpha val="18000"/>
            </a:schemeClr>
          </a:solidFill>
          <a:ln w="12600">
            <a:solidFill>
              <a:srgbClr val="494949">
                <a:alpha val="49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Agent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9" name="CustomShape 8"/>
          <p:cNvSpPr/>
          <p:nvPr/>
        </p:nvSpPr>
        <p:spPr>
          <a:xfrm flipV="1">
            <a:off x="3884400" y="2124000"/>
            <a:ext cx="1233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9"/>
          <p:cNvSpPr/>
          <p:nvPr/>
        </p:nvSpPr>
        <p:spPr>
          <a:xfrm>
            <a:off x="1955520" y="2118240"/>
            <a:ext cx="1027800" cy="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>
                <a:alpha val="49000"/>
              </a:srgbClr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CustomShape 10"/>
          <p:cNvSpPr/>
          <p:nvPr/>
        </p:nvSpPr>
        <p:spPr>
          <a:xfrm flipV="1">
            <a:off x="6294600" y="2117880"/>
            <a:ext cx="1261440" cy="6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2" name="CustomShape 11"/>
          <p:cNvSpPr/>
          <p:nvPr/>
        </p:nvSpPr>
        <p:spPr>
          <a:xfrm rot="16200000" flipH="1">
            <a:off x="3535200" y="2243520"/>
            <a:ext cx="1481760" cy="1685160"/>
          </a:xfrm>
          <a:prstGeom prst="bentConnector2">
            <a:avLst/>
          </a:prstGeom>
          <a:noFill/>
          <a:ln w="9525">
            <a:solidFill>
              <a:srgbClr val="494949">
                <a:alpha val="49000"/>
              </a:srgbClr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12"/>
          <p:cNvSpPr/>
          <p:nvPr/>
        </p:nvSpPr>
        <p:spPr>
          <a:xfrm>
            <a:off x="6296400" y="3827520"/>
            <a:ext cx="1268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>
                <a:alpha val="49000"/>
              </a:srgbClr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13"/>
          <p:cNvSpPr/>
          <p:nvPr/>
        </p:nvSpPr>
        <p:spPr>
          <a:xfrm flipH="1">
            <a:off x="8008920" y="2338200"/>
            <a:ext cx="2520" cy="126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>
                <a:alpha val="49000"/>
              </a:srgbClr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TextBox 1"/>
          <p:cNvSpPr txBox="1"/>
          <p:nvPr/>
        </p:nvSpPr>
        <p:spPr>
          <a:xfrm>
            <a:off x="2797617" y="2835176"/>
            <a:ext cx="5816765" cy="23083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latin typeface="+mj-lt"/>
              </a:rPr>
              <a:t>אוסף סיגנלים המשמש אותנו כפרוטוקול תקשורת בין אובייקטים.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latin typeface="+mj-lt"/>
              </a:rPr>
              <a:t>מאגד </a:t>
            </a:r>
            <a:r>
              <a:rPr lang="he-IL" dirty="0" smtClean="0">
                <a:latin typeface="+mj-lt"/>
              </a:rPr>
              <a:t>תחתיו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modport</a:t>
            </a:r>
            <a:r>
              <a:rPr lang="en-US" dirty="0">
                <a:latin typeface="+mj-lt"/>
              </a:rPr>
              <a:t>, </a:t>
            </a:r>
            <a:r>
              <a:rPr lang="en-US" dirty="0" err="1" smtClean="0">
                <a:latin typeface="+mj-lt"/>
              </a:rPr>
              <a:t>clockblock</a:t>
            </a:r>
            <a:r>
              <a:rPr lang="en-US" dirty="0" smtClean="0">
                <a:latin typeface="+mj-lt"/>
              </a:rPr>
              <a:t> </a:t>
            </a:r>
            <a:r>
              <a:rPr lang="he-IL" dirty="0" smtClean="0">
                <a:latin typeface="+mj-lt"/>
              </a:rPr>
              <a:t>ו</a:t>
            </a:r>
            <a:r>
              <a:rPr lang="en-US" dirty="0" smtClean="0">
                <a:latin typeface="+mj-lt"/>
              </a:rPr>
              <a:t> - </a:t>
            </a:r>
            <a:r>
              <a:rPr lang="he-IL" dirty="0" smtClean="0">
                <a:latin typeface="+mj-lt"/>
              </a:rPr>
              <a:t>פונקציות</a:t>
            </a:r>
            <a:r>
              <a:rPr lang="he-IL" dirty="0">
                <a:latin typeface="+mj-lt"/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latin typeface="+mj-lt"/>
              </a:rPr>
              <a:t>נוצר בתחילת הריצה, יש לו </a:t>
            </a:r>
            <a:r>
              <a:rPr lang="en-US" dirty="0" smtClean="0">
                <a:latin typeface="+mj-lt"/>
              </a:rPr>
              <a:t> handle</a:t>
            </a:r>
            <a:r>
              <a:rPr lang="he-IL" dirty="0" smtClean="0">
                <a:latin typeface="+mj-lt"/>
              </a:rPr>
              <a:t>שדרכו </a:t>
            </a:r>
            <a:r>
              <a:rPr lang="he-IL" dirty="0">
                <a:latin typeface="+mj-lt"/>
              </a:rPr>
              <a:t>ניתן לגשת ולעדכן את סיגנלי </a:t>
            </a:r>
            <a:r>
              <a:rPr lang="he-IL" dirty="0" smtClean="0">
                <a:latin typeface="+mj-lt"/>
              </a:rPr>
              <a:t>הממשק</a:t>
            </a:r>
            <a:r>
              <a:rPr lang="en-US" dirty="0">
                <a:latin typeface="+mj-lt"/>
              </a:rPr>
              <a:t>.</a:t>
            </a:r>
            <a:endParaRPr lang="he-IL" dirty="0">
              <a:latin typeface="+mj-lt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850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274680" y="0"/>
            <a:ext cx="84960" cy="626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480">
            <a:solidFill>
              <a:srgbClr val="6D6D6D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grpSp>
        <p:nvGrpSpPr>
          <p:cNvPr id="346" name="Group 2"/>
          <p:cNvGrpSpPr/>
          <p:nvPr/>
        </p:nvGrpSpPr>
        <p:grpSpPr>
          <a:xfrm>
            <a:off x="212040" y="541080"/>
            <a:ext cx="309960" cy="309960"/>
            <a:chOff x="212040" y="541080"/>
            <a:chExt cx="309960" cy="309960"/>
          </a:xfrm>
        </p:grpSpPr>
        <p:sp>
          <p:nvSpPr>
            <p:cNvPr id="347" name="CustomShape 3"/>
            <p:cNvSpPr/>
            <p:nvPr/>
          </p:nvSpPr>
          <p:spPr>
            <a:xfrm>
              <a:off x="212040" y="541080"/>
              <a:ext cx="309960" cy="309960"/>
            </a:xfrm>
            <a:prstGeom prst="ellipse">
              <a:avLst/>
            </a:prstGeom>
            <a:solidFill>
              <a:schemeClr val="accent1"/>
            </a:solidFill>
            <a:ln w="9360">
              <a:solidFill>
                <a:schemeClr val="dk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8" name="CustomShape 4"/>
            <p:cNvSpPr/>
            <p:nvPr/>
          </p:nvSpPr>
          <p:spPr>
            <a:xfrm>
              <a:off x="253440" y="582480"/>
              <a:ext cx="227160" cy="2271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chemeClr val="dk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49" name="Group 5"/>
          <p:cNvGrpSpPr/>
          <p:nvPr/>
        </p:nvGrpSpPr>
        <p:grpSpPr>
          <a:xfrm>
            <a:off x="1322782" y="1645560"/>
            <a:ext cx="6231675" cy="3200760"/>
            <a:chOff x="1308525" y="2409840"/>
            <a:chExt cx="6231675" cy="2514960"/>
          </a:xfrm>
        </p:grpSpPr>
        <p:grpSp>
          <p:nvGrpSpPr>
            <p:cNvPr id="350" name="Group 6"/>
            <p:cNvGrpSpPr/>
            <p:nvPr/>
          </p:nvGrpSpPr>
          <p:grpSpPr>
            <a:xfrm>
              <a:off x="1604160" y="2409840"/>
              <a:ext cx="5936040" cy="2460600"/>
              <a:chOff x="1604160" y="2409840"/>
              <a:chExt cx="5936040" cy="2460600"/>
            </a:xfrm>
          </p:grpSpPr>
          <p:sp>
            <p:nvSpPr>
              <p:cNvPr id="351" name="CustomShape 7"/>
              <p:cNvSpPr/>
              <p:nvPr/>
            </p:nvSpPr>
            <p:spPr>
              <a:xfrm>
                <a:off x="1604160" y="2409840"/>
                <a:ext cx="5936040" cy="24606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360">
                <a:solidFill>
                  <a:schemeClr val="dk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2" name="CustomShape 8"/>
              <p:cNvSpPr/>
              <p:nvPr/>
            </p:nvSpPr>
            <p:spPr>
              <a:xfrm>
                <a:off x="1737360" y="2581560"/>
                <a:ext cx="5669280" cy="211716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360">
                <a:solidFill>
                  <a:schemeClr val="dk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353" name="CustomShape 9"/>
            <p:cNvSpPr/>
            <p:nvPr/>
          </p:nvSpPr>
          <p:spPr>
            <a:xfrm>
              <a:off x="1308525" y="2464200"/>
              <a:ext cx="5936040" cy="2460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68400" rIns="68400" bIns="68400" anchor="ctr">
              <a:noAutofit/>
            </a:bodyPr>
            <a:lstStyle/>
            <a:p>
              <a:pPr marL="360" algn="r" rtl="1">
                <a:lnSpc>
                  <a:spcPct val="100000"/>
                </a:lnSpc>
                <a:buSzPct val="100101"/>
              </a:pPr>
              <a:endParaRPr lang="he-IL" sz="2000" spc="-1" dirty="0" smtClean="0">
                <a:latin typeface="Arial"/>
              </a:endParaRPr>
            </a:p>
            <a:p>
              <a:pPr marL="343080" indent="-342720" algn="r" rtl="1">
                <a:lnSpc>
                  <a:spcPct val="100000"/>
                </a:lnSpc>
                <a:buSzPct val="100101"/>
                <a:buBlip>
                  <a:blip r:embed="rId2"/>
                </a:buBlip>
              </a:pPr>
              <a:r>
                <a:rPr lang="he-IL" sz="2000" spc="-1" dirty="0" smtClean="0">
                  <a:latin typeface="Arial"/>
                </a:rPr>
                <a:t>מקבל </a:t>
              </a:r>
              <a:r>
                <a:rPr lang="he-IL" sz="2000" spc="-1" dirty="0" err="1" smtClean="0">
                  <a:latin typeface="Arial"/>
                </a:rPr>
                <a:t>פקטות</a:t>
              </a:r>
              <a:r>
                <a:rPr lang="he-IL" sz="2000" spc="-1" dirty="0" smtClean="0">
                  <a:latin typeface="Arial"/>
                </a:rPr>
                <a:t> מידע מהסיקוונס.</a:t>
              </a:r>
              <a:endParaRPr lang="en-US" sz="2000" spc="-1" dirty="0" smtClean="0">
                <a:latin typeface="Arial"/>
              </a:endParaRPr>
            </a:p>
            <a:p>
              <a:pPr marL="360" algn="r" rtl="1">
                <a:lnSpc>
                  <a:spcPct val="100000"/>
                </a:lnSpc>
                <a:buSzPct val="100101"/>
              </a:pPr>
              <a:endParaRPr lang="he-IL" sz="2000" spc="-1" dirty="0" smtClean="0">
                <a:latin typeface="Arial"/>
              </a:endParaRPr>
            </a:p>
            <a:p>
              <a:pPr marL="343080" indent="-342720" algn="r" rtl="1">
                <a:lnSpc>
                  <a:spcPct val="100000"/>
                </a:lnSpc>
                <a:buSzPct val="100101"/>
                <a:buBlip>
                  <a:blip r:embed="rId2"/>
                </a:buBlip>
              </a:pPr>
              <a:r>
                <a:rPr lang="he-IL" sz="2000" spc="-1" dirty="0" smtClean="0">
                  <a:latin typeface="Arial"/>
                </a:rPr>
                <a:t>שולח את המידע שהתקבל מהסיקוונס על גבי ממשק</a:t>
              </a:r>
            </a:p>
            <a:p>
              <a:pPr marL="360" algn="r" rtl="1">
                <a:lnSpc>
                  <a:spcPct val="100000"/>
                </a:lnSpc>
                <a:buSzPct val="100101"/>
              </a:pPr>
              <a:r>
                <a:rPr lang="he-IL" spc="-1" dirty="0" smtClean="0">
                  <a:latin typeface="Arial"/>
                </a:rPr>
                <a:t>ל - </a:t>
              </a:r>
              <a:r>
                <a:rPr lang="en-US" spc="-1" dirty="0" smtClean="0">
                  <a:latin typeface="Arial"/>
                </a:rPr>
                <a:t>DUT</a:t>
              </a:r>
              <a:r>
                <a:rPr lang="he-IL" sz="2000" spc="-1" dirty="0" smtClean="0">
                  <a:latin typeface="Arial"/>
                </a:rPr>
                <a:t>.</a:t>
              </a:r>
              <a:endParaRPr lang="en-US" sz="2000" spc="-1" dirty="0" smtClean="0">
                <a:latin typeface="Arial"/>
              </a:endParaRPr>
            </a:p>
            <a:p>
              <a:pPr marL="360" algn="r" rtl="1">
                <a:lnSpc>
                  <a:spcPct val="100000"/>
                </a:lnSpc>
                <a:buSzPct val="100101"/>
              </a:pPr>
              <a:endParaRPr lang="he-IL" sz="2000" spc="-1" dirty="0" smtClean="0">
                <a:latin typeface="Arial"/>
              </a:endParaRPr>
            </a:p>
            <a:p>
              <a:pPr marL="343080" indent="-342720" algn="r" rtl="1">
                <a:lnSpc>
                  <a:spcPct val="100000"/>
                </a:lnSpc>
                <a:buSzPct val="100101"/>
                <a:buBlip>
                  <a:blip r:embed="rId2"/>
                </a:buBlip>
              </a:pPr>
              <a:r>
                <a:rPr lang="he-IL" sz="2000" b="0" strike="noStrike" spc="-1" dirty="0" smtClean="0">
                  <a:latin typeface="Arial"/>
                </a:rPr>
                <a:t>ממיר את הממשק חזרה </a:t>
              </a:r>
              <a:r>
                <a:rPr lang="he-IL" sz="2000" b="0" strike="noStrike" spc="-1" dirty="0" err="1" smtClean="0">
                  <a:latin typeface="Arial"/>
                </a:rPr>
                <a:t>לפקטות</a:t>
              </a:r>
              <a:r>
                <a:rPr lang="he-IL" sz="2000" b="0" strike="noStrike" spc="-1" dirty="0" smtClean="0">
                  <a:latin typeface="Arial"/>
                </a:rPr>
                <a:t> מידע ושולח אותן</a:t>
              </a:r>
              <a:r>
                <a:rPr lang="en-US" sz="2000" b="0" strike="noStrike" spc="-1" dirty="0" smtClean="0">
                  <a:latin typeface="Arial"/>
                </a:rPr>
                <a:t> </a:t>
              </a:r>
              <a:r>
                <a:rPr lang="he-IL" sz="2000" b="0" strike="noStrike" spc="-1" dirty="0" smtClean="0">
                  <a:latin typeface="Arial"/>
                </a:rPr>
                <a:t> לסביבה.</a:t>
              </a:r>
            </a:p>
            <a:p>
              <a:pPr marL="360" algn="r" rtl="1">
                <a:lnSpc>
                  <a:spcPct val="100000"/>
                </a:lnSpc>
                <a:buSzPct val="100101"/>
              </a:pPr>
              <a:endParaRPr lang="en-US" sz="2000" b="0" strike="noStrike" spc="-1" dirty="0">
                <a:latin typeface="Arial"/>
              </a:endParaRPr>
            </a:p>
          </p:txBody>
        </p:sp>
      </p:grpSp>
      <p:sp>
        <p:nvSpPr>
          <p:cNvPr id="354" name="CustomShape 10"/>
          <p:cNvSpPr/>
          <p:nvPr/>
        </p:nvSpPr>
        <p:spPr>
          <a:xfrm>
            <a:off x="3628800" y="582480"/>
            <a:ext cx="1619640" cy="85860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5" name="CustomShape 11"/>
          <p:cNvSpPr/>
          <p:nvPr/>
        </p:nvSpPr>
        <p:spPr>
          <a:xfrm>
            <a:off x="1470600" y="1011960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7" name="CustomShape 13"/>
          <p:cNvSpPr/>
          <p:nvPr/>
        </p:nvSpPr>
        <p:spPr>
          <a:xfrm>
            <a:off x="5248800" y="786960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8" name="CustomShape 14"/>
          <p:cNvSpPr/>
          <p:nvPr/>
        </p:nvSpPr>
        <p:spPr>
          <a:xfrm>
            <a:off x="5248800" y="1230120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TextBox 1"/>
          <p:cNvSpPr txBox="1"/>
          <p:nvPr/>
        </p:nvSpPr>
        <p:spPr>
          <a:xfrm>
            <a:off x="1690091" y="1827691"/>
            <a:ext cx="5201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 smtClean="0"/>
              <a:t>אחראי על </a:t>
            </a:r>
            <a:r>
              <a:rPr lang="he-IL" sz="2000" b="1" dirty="0"/>
              <a:t>ה</a:t>
            </a:r>
            <a:r>
              <a:rPr lang="he-IL" sz="2000" b="1" dirty="0" smtClean="0"/>
              <a:t>תקשורת בין הסביבה ל – </a:t>
            </a:r>
            <a:r>
              <a:rPr lang="en-US" sz="2000" b="1" dirty="0" smtClean="0"/>
              <a:t>DUT</a:t>
            </a:r>
            <a:r>
              <a:rPr lang="he-IL" sz="2000" b="1" dirty="0"/>
              <a:t>.</a:t>
            </a:r>
            <a:endParaRPr 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51350" y="831882"/>
            <a:ext cx="119634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Input port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656320" y="603269"/>
            <a:ext cx="119634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544075" y="1068688"/>
            <a:ext cx="151204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Monitor port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1"/>
          <p:cNvSpPr txBox="1"/>
          <p:nvPr/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</a:rPr>
              <a:t>Agent</a:t>
            </a:r>
            <a:r>
              <a:rPr kumimoji="0" lang="en-US" sz="2800" b="0" i="0" u="none" strike="noStrike" kern="1200" cap="none" spc="-1" normalizeH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jalla One"/>
              </a:rPr>
              <a:t> Configuration.</a:t>
            </a: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347835" y="1727120"/>
            <a:ext cx="1533240" cy="793440"/>
          </a:xfrm>
          <a:prstGeom prst="cloud">
            <a:avLst/>
          </a:prstGeom>
          <a:solidFill>
            <a:srgbClr val="DDF1FE"/>
          </a:solidFill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Sequence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5" name="CustomShape 4"/>
          <p:cNvSpPr/>
          <p:nvPr/>
        </p:nvSpPr>
        <p:spPr>
          <a:xfrm>
            <a:off x="5119560" y="385992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Reference Module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6" name="CustomShape 5"/>
          <p:cNvSpPr/>
          <p:nvPr/>
        </p:nvSpPr>
        <p:spPr>
          <a:xfrm>
            <a:off x="5117760" y="156312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Device 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Under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Test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7" name="CustomShape 6"/>
          <p:cNvSpPr/>
          <p:nvPr/>
        </p:nvSpPr>
        <p:spPr>
          <a:xfrm>
            <a:off x="7565400" y="4201560"/>
            <a:ext cx="1058770" cy="43992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Scoreboard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42" name="CustomShape 11"/>
          <p:cNvSpPr/>
          <p:nvPr/>
        </p:nvSpPr>
        <p:spPr>
          <a:xfrm rot="16200000" flipH="1">
            <a:off x="3237120" y="2541600"/>
            <a:ext cx="2076660" cy="1683900"/>
          </a:xfrm>
          <a:prstGeom prst="bentConnector2">
            <a:avLst/>
          </a:pr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12"/>
          <p:cNvSpPr/>
          <p:nvPr/>
        </p:nvSpPr>
        <p:spPr>
          <a:xfrm>
            <a:off x="6296400" y="4421880"/>
            <a:ext cx="1268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" name="CustomShape 7"/>
          <p:cNvSpPr/>
          <p:nvPr/>
        </p:nvSpPr>
        <p:spPr>
          <a:xfrm>
            <a:off x="2857680" y="1838960"/>
            <a:ext cx="1233360" cy="56976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Active Master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" dirty="0" smtClean="0">
                <a:solidFill>
                  <a:srgbClr val="494949"/>
                </a:solidFill>
                <a:latin typeface="Barlow Semi Condensed"/>
              </a:rPr>
              <a:t>Agent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9" name="CustomShape 7"/>
          <p:cNvSpPr/>
          <p:nvPr/>
        </p:nvSpPr>
        <p:spPr>
          <a:xfrm>
            <a:off x="7474630" y="1841859"/>
            <a:ext cx="1233360" cy="56976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Active Slave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" dirty="0" smtClean="0">
                <a:solidFill>
                  <a:srgbClr val="494949"/>
                </a:solidFill>
                <a:latin typeface="Barlow Semi Condensed"/>
              </a:rPr>
              <a:t>Agent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" name="CustomShape 7"/>
          <p:cNvSpPr/>
          <p:nvPr/>
        </p:nvSpPr>
        <p:spPr>
          <a:xfrm>
            <a:off x="5092000" y="3013080"/>
            <a:ext cx="1233360" cy="56976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Arial"/>
              </a:rPr>
              <a:t>Passive </a:t>
            </a:r>
            <a:r>
              <a:rPr lang="en-US" sz="1200" spc="-1" dirty="0" smtClean="0">
                <a:solidFill>
                  <a:srgbClr val="494949"/>
                </a:solidFill>
                <a:latin typeface="Barlow Semi Condensed"/>
              </a:rPr>
              <a:t>Agent</a:t>
            </a:r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8" name="Straight Arrow Connector 7"/>
          <p:cNvCxnSpPr>
            <a:stCxn id="336" idx="3"/>
            <a:endCxn id="19" idx="1"/>
          </p:cNvCxnSpPr>
          <p:nvPr/>
        </p:nvCxnSpPr>
        <p:spPr>
          <a:xfrm>
            <a:off x="6294240" y="2124720"/>
            <a:ext cx="1180390" cy="20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9" idx="2"/>
            <a:endCxn id="337" idx="0"/>
          </p:cNvCxnSpPr>
          <p:nvPr/>
        </p:nvCxnSpPr>
        <p:spPr>
          <a:xfrm>
            <a:off x="8091310" y="2411619"/>
            <a:ext cx="3475" cy="1789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336" idx="2"/>
            <a:endCxn id="22" idx="0"/>
          </p:cNvCxnSpPr>
          <p:nvPr/>
        </p:nvCxnSpPr>
        <p:spPr>
          <a:xfrm>
            <a:off x="5706000" y="2686320"/>
            <a:ext cx="2680" cy="326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2" idx="2"/>
            <a:endCxn id="335" idx="0"/>
          </p:cNvCxnSpPr>
          <p:nvPr/>
        </p:nvCxnSpPr>
        <p:spPr>
          <a:xfrm flipH="1">
            <a:off x="5707800" y="3582840"/>
            <a:ext cx="880" cy="277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3"/>
            <a:endCxn id="336" idx="1"/>
          </p:cNvCxnSpPr>
          <p:nvPr/>
        </p:nvCxnSpPr>
        <p:spPr>
          <a:xfrm>
            <a:off x="4091040" y="2123840"/>
            <a:ext cx="1026720" cy="8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33" idx="0"/>
            <a:endCxn id="18" idx="1"/>
          </p:cNvCxnSpPr>
          <p:nvPr/>
        </p:nvCxnSpPr>
        <p:spPr>
          <a:xfrm>
            <a:off x="1879797" y="2123840"/>
            <a:ext cx="9778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ular Callout 31"/>
          <p:cNvSpPr/>
          <p:nvPr/>
        </p:nvSpPr>
        <p:spPr>
          <a:xfrm flipH="1">
            <a:off x="167640" y="449580"/>
            <a:ext cx="2690040" cy="1092330"/>
          </a:xfrm>
          <a:prstGeom prst="wedgeRoundRectCallout">
            <a:avLst>
              <a:gd name="adj1" fmla="val -48754"/>
              <a:gd name="adj2" fmla="val 809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67640" y="449580"/>
            <a:ext cx="26289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rtl="1"/>
            <a:r>
              <a:rPr lang="en-US" sz="1600" u="sng" dirty="0" smtClean="0"/>
              <a:t>Active Master</a:t>
            </a:r>
            <a:endParaRPr lang="he-IL" sz="1600" u="sng" dirty="0" smtClean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 smtClean="0"/>
              <a:t>מנדנד את סיגנלי הממשק של צד ה – </a:t>
            </a:r>
            <a:r>
              <a:rPr lang="en-US" sz="1600" dirty="0" smtClean="0"/>
              <a:t>Master</a:t>
            </a:r>
            <a:r>
              <a:rPr lang="he-IL" sz="1600" dirty="0" smtClean="0"/>
              <a:t>.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 smtClean="0"/>
              <a:t>דוגם ממשק.</a:t>
            </a:r>
            <a:endParaRPr lang="en-US" sz="1600" dirty="0"/>
          </a:p>
        </p:txBody>
      </p:sp>
      <p:sp>
        <p:nvSpPr>
          <p:cNvPr id="34" name="Rounded Rectangular Callout 33"/>
          <p:cNvSpPr/>
          <p:nvPr/>
        </p:nvSpPr>
        <p:spPr>
          <a:xfrm flipH="1">
            <a:off x="1655143" y="2346659"/>
            <a:ext cx="2950860" cy="1259860"/>
          </a:xfrm>
          <a:prstGeom prst="wedgeRoundRectCallout">
            <a:avLst>
              <a:gd name="adj1" fmla="val -66097"/>
              <a:gd name="adj2" fmla="val 30015"/>
              <a:gd name="adj3" fmla="val 16667"/>
            </a:avLst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575767" y="2375742"/>
            <a:ext cx="2953046" cy="1091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600" u="sng" dirty="0" smtClean="0"/>
              <a:t>Passive agent</a:t>
            </a:r>
            <a:endParaRPr lang="he-IL" sz="1600" u="sng" dirty="0" smtClean="0"/>
          </a:p>
          <a:p>
            <a:pPr algn="r" rtl="1"/>
            <a:r>
              <a:rPr lang="he-IL" sz="1600" dirty="0" smtClean="0"/>
              <a:t>דוגם ממשק בלבד, בשימוש בדרך כלל בשילוב סביבות או בקריאת סיגנלים פנימיים של ה</a:t>
            </a:r>
            <a:r>
              <a:rPr lang="en-US" sz="1600" dirty="0" err="1" smtClean="0"/>
              <a:t>dut</a:t>
            </a:r>
            <a:r>
              <a:rPr lang="en-US" sz="1600" dirty="0" smtClean="0"/>
              <a:t> - </a:t>
            </a:r>
            <a:r>
              <a:rPr lang="he-IL" sz="1600" dirty="0"/>
              <a:t>.</a:t>
            </a:r>
            <a:endParaRPr lang="en-US" sz="1600" dirty="0"/>
          </a:p>
        </p:txBody>
      </p:sp>
      <p:sp>
        <p:nvSpPr>
          <p:cNvPr id="51" name="Rounded Rectangular Callout 50"/>
          <p:cNvSpPr/>
          <p:nvPr/>
        </p:nvSpPr>
        <p:spPr>
          <a:xfrm flipH="1">
            <a:off x="5401270" y="376065"/>
            <a:ext cx="2690040" cy="1092330"/>
          </a:xfrm>
          <a:prstGeom prst="wedgeRoundRectCallout">
            <a:avLst>
              <a:gd name="adj1" fmla="val -48754"/>
              <a:gd name="adj2" fmla="val 809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401270" y="376065"/>
            <a:ext cx="26289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rtl="1"/>
            <a:r>
              <a:rPr lang="en-US" sz="1600" u="sng" dirty="0" smtClean="0"/>
              <a:t>Active Slave</a:t>
            </a:r>
            <a:endParaRPr lang="he-IL" sz="1600" u="sng" dirty="0" smtClean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 smtClean="0"/>
              <a:t>מנדנד את סיגנלי הממשק של צד ה – </a:t>
            </a:r>
            <a:r>
              <a:rPr lang="en-US" sz="1600" dirty="0" smtClean="0"/>
              <a:t>Slave</a:t>
            </a:r>
            <a:r>
              <a:rPr lang="he-IL" sz="1600" dirty="0" smtClean="0"/>
              <a:t>.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 smtClean="0"/>
              <a:t>דוגם ממשק.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752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7" grpId="0"/>
      <p:bldP spid="34" grpId="0" animBg="1"/>
      <p:bldP spid="26" grpId="0"/>
      <p:bldP spid="51" grpId="0" animBg="1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42900" y="1264440"/>
            <a:ext cx="8229240" cy="29829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9220" y="12581"/>
            <a:ext cx="5562600" cy="804240"/>
          </a:xfrm>
        </p:spPr>
        <p:txBody>
          <a:bodyPr/>
          <a:lstStyle/>
          <a:p>
            <a:r>
              <a:rPr lang="en-US" dirty="0" smtClean="0"/>
              <a:t>Agent’s components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26719" y="1389899"/>
            <a:ext cx="4029545" cy="3555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49183" y="1592579"/>
            <a:ext cx="1516689" cy="15166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Sequencer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551981" y="1592579"/>
            <a:ext cx="1516689" cy="15166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645046" y="3311948"/>
            <a:ext cx="1516689" cy="15166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Monitor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755868" y="1389899"/>
            <a:ext cx="4029545" cy="3555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012295" y="2262985"/>
            <a:ext cx="1516689" cy="15166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Monitor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36914" y="961040"/>
            <a:ext cx="2409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Active Master</a:t>
            </a:r>
            <a:r>
              <a:rPr lang="en-US" dirty="0" smtClean="0"/>
              <a:t> Agent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913235" y="943049"/>
            <a:ext cx="2409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Passive</a:t>
            </a:r>
            <a:r>
              <a:rPr lang="en-US" dirty="0" smtClean="0"/>
              <a:t>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13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235362" y="1490718"/>
            <a:ext cx="5715000" cy="2918979"/>
          </a:xfrm>
        </p:spPr>
        <p:txBody>
          <a:bodyPr/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/>
              <a:t>מקבל </a:t>
            </a:r>
            <a:r>
              <a:rPr lang="he-IL" sz="2000" dirty="0"/>
              <a:t>מידע לוגי וממיר אותו </a:t>
            </a:r>
            <a:r>
              <a:rPr lang="he-IL" sz="2000" dirty="0" smtClean="0"/>
              <a:t>לסיגנלים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he-IL" sz="2000" dirty="0" smtClean="0"/>
              <a:t>פיזיים </a:t>
            </a:r>
            <a:r>
              <a:rPr lang="he-IL" sz="2000" dirty="0"/>
              <a:t>בהתאם לסוג הממשק</a:t>
            </a:r>
            <a:r>
              <a:rPr lang="he-IL" sz="2000" dirty="0" smtClean="0"/>
              <a:t>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/>
              <a:t>אחראי </a:t>
            </a:r>
            <a:r>
              <a:rPr lang="he-IL" sz="2000" dirty="0"/>
              <a:t>ל</a:t>
            </a:r>
            <a:r>
              <a:rPr lang="he-IL" sz="2000" dirty="0" smtClean="0"/>
              <a:t>נדנד את </a:t>
            </a:r>
            <a:r>
              <a:rPr lang="he-IL" sz="2000" dirty="0" err="1" smtClean="0"/>
              <a:t>סינגלי</a:t>
            </a:r>
            <a:r>
              <a:rPr lang="he-IL" sz="2000" dirty="0" smtClean="0"/>
              <a:t> הממשק.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he-IL" sz="2000" dirty="0" smtClean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/>
              <a:t>קיים רק ב – </a:t>
            </a:r>
            <a:r>
              <a:rPr lang="en-US" sz="2000" dirty="0" smtClean="0"/>
              <a:t>Active agent</a:t>
            </a:r>
            <a:r>
              <a:rPr lang="he-IL" sz="2000" dirty="0" smtClean="0"/>
              <a:t>.</a:t>
            </a:r>
            <a:endParaRPr lang="he-IL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223919"/>
            <a:ext cx="3040380" cy="804240"/>
          </a:xfrm>
        </p:spPr>
        <p:txBody>
          <a:bodyPr/>
          <a:lstStyle/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6739" y="1371120"/>
            <a:ext cx="4029545" cy="3555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09203" y="1573800"/>
            <a:ext cx="1516689" cy="1516689"/>
          </a:xfrm>
          <a:prstGeom prst="round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Sequencer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712001" y="1573800"/>
            <a:ext cx="1516689" cy="15166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805066" y="3293169"/>
            <a:ext cx="1516689" cy="1516689"/>
          </a:xfrm>
          <a:prstGeom prst="round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Monitor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21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294961" y="1371120"/>
            <a:ext cx="4678680" cy="2941320"/>
          </a:xfrm>
        </p:spPr>
        <p:txBody>
          <a:bodyPr/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מקשר בין ה - </a:t>
            </a:r>
            <a:r>
              <a:rPr lang="en-US" sz="2000" dirty="0" smtClean="0">
                <a:cs typeface="+mn-cs"/>
              </a:rPr>
              <a:t>driver</a:t>
            </a:r>
            <a:r>
              <a:rPr lang="he-IL" sz="2000" dirty="0" smtClean="0">
                <a:cs typeface="+mn-cs"/>
              </a:rPr>
              <a:t> ל – </a:t>
            </a:r>
            <a:r>
              <a:rPr lang="en-US" sz="2000" dirty="0" smtClean="0">
                <a:cs typeface="+mn-cs"/>
              </a:rPr>
              <a:t>sequences</a:t>
            </a:r>
            <a:r>
              <a:rPr lang="he-IL" sz="2000" dirty="0" smtClean="0">
                <a:cs typeface="+mn-cs"/>
              </a:rPr>
              <a:t>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משמש כמחסנית מידע ל</a:t>
            </a:r>
            <a:r>
              <a:rPr lang="en-US" sz="2000" dirty="0" smtClean="0">
                <a:cs typeface="+mn-cs"/>
              </a:rPr>
              <a:t>driver</a:t>
            </a:r>
            <a:r>
              <a:rPr lang="he-IL" sz="2000" dirty="0" smtClean="0">
                <a:cs typeface="+mn-cs"/>
              </a:rPr>
              <a:t>, אוגר </a:t>
            </a:r>
            <a:r>
              <a:rPr lang="en-US" sz="2000" dirty="0" smtClean="0">
                <a:cs typeface="+mn-cs"/>
              </a:rPr>
              <a:t/>
            </a:r>
            <a:br>
              <a:rPr lang="en-US" sz="2000" dirty="0" smtClean="0">
                <a:cs typeface="+mn-cs"/>
              </a:rPr>
            </a:br>
            <a:r>
              <a:rPr lang="he-IL" sz="2000" dirty="0" smtClean="0">
                <a:cs typeface="+mn-cs"/>
              </a:rPr>
              <a:t>את המידע מה – </a:t>
            </a:r>
            <a:r>
              <a:rPr lang="en-US" sz="2000" dirty="0" smtClean="0">
                <a:cs typeface="+mn-cs"/>
              </a:rPr>
              <a:t>sequences</a:t>
            </a:r>
            <a:r>
              <a:rPr lang="he-IL" sz="2000" dirty="0" smtClean="0">
                <a:cs typeface="+mn-cs"/>
              </a:rPr>
              <a:t>.</a:t>
            </a:r>
            <a:endParaRPr lang="he-IL" sz="2000" dirty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he-IL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כאשר ה – </a:t>
            </a:r>
            <a:r>
              <a:rPr lang="en-US" sz="2000" dirty="0" smtClean="0">
                <a:cs typeface="+mn-cs"/>
              </a:rPr>
              <a:t>driver</a:t>
            </a:r>
            <a:r>
              <a:rPr lang="he-IL" sz="2000" dirty="0" smtClean="0">
                <a:cs typeface="+mn-cs"/>
              </a:rPr>
              <a:t> מבקש מידע לוגי חדש</a:t>
            </a:r>
            <a:r>
              <a:rPr lang="en-US" sz="2000" dirty="0" smtClean="0">
                <a:cs typeface="+mn-cs"/>
              </a:rPr>
              <a:t/>
            </a:r>
            <a:br>
              <a:rPr lang="en-US" sz="2000" dirty="0" smtClean="0">
                <a:cs typeface="+mn-cs"/>
              </a:rPr>
            </a:br>
            <a:r>
              <a:rPr lang="he-IL" sz="2000" dirty="0" smtClean="0">
                <a:cs typeface="+mn-cs"/>
              </a:rPr>
              <a:t>הוא שולח בקשה ל – </a:t>
            </a:r>
            <a:r>
              <a:rPr lang="en-US" sz="2000" dirty="0" smtClean="0">
                <a:cs typeface="+mn-cs"/>
              </a:rPr>
              <a:t>sequencer</a:t>
            </a:r>
            <a:r>
              <a:rPr lang="he-IL" sz="2000" dirty="0" smtClean="0">
                <a:cs typeface="+mn-cs"/>
              </a:rPr>
              <a:t> אשר מחזיר </a:t>
            </a:r>
            <a:r>
              <a:rPr lang="en-US" sz="2000" dirty="0" smtClean="0">
                <a:cs typeface="+mn-cs"/>
              </a:rPr>
              <a:t>item</a:t>
            </a:r>
            <a:r>
              <a:rPr lang="he-IL" sz="2000" dirty="0" smtClean="0">
                <a:cs typeface="+mn-cs"/>
              </a:rPr>
              <a:t> שקיבל מ – ה</a:t>
            </a:r>
            <a:r>
              <a:rPr lang="en-US" sz="2000" dirty="0" smtClean="0">
                <a:cs typeface="+mn-cs"/>
              </a:rPr>
              <a:t>sequence</a:t>
            </a:r>
            <a:r>
              <a:rPr lang="he-IL" sz="2000" dirty="0">
                <a:cs typeface="+mn-cs"/>
              </a:rPr>
              <a:t>.</a:t>
            </a:r>
            <a:endParaRPr lang="he-IL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he-IL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קיים רק ב – </a:t>
            </a:r>
            <a:r>
              <a:rPr lang="en-US" sz="2000" dirty="0" smtClean="0">
                <a:cs typeface="+mn-cs"/>
              </a:rPr>
              <a:t>Active master agent</a:t>
            </a:r>
            <a:r>
              <a:rPr lang="he-IL" sz="2000" dirty="0" smtClean="0">
                <a:cs typeface="+mn-cs"/>
              </a:rPr>
              <a:t>.</a:t>
            </a:r>
            <a:endParaRPr lang="he-IL" sz="2000" dirty="0"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223919"/>
            <a:ext cx="3040380" cy="804240"/>
          </a:xfrm>
        </p:spPr>
        <p:txBody>
          <a:bodyPr/>
          <a:lstStyle/>
          <a:p>
            <a:pPr algn="ctr"/>
            <a:r>
              <a:rPr lang="en-US" dirty="0" smtClean="0"/>
              <a:t>Sequencer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6739" y="1371120"/>
            <a:ext cx="4029545" cy="3555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9203" y="1573800"/>
            <a:ext cx="1516689" cy="151668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Sequencer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2001" y="1573800"/>
            <a:ext cx="1516689" cy="1516689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066" y="3293169"/>
            <a:ext cx="1516689" cy="1516689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57810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294961" y="1371120"/>
            <a:ext cx="4678680" cy="2941320"/>
          </a:xfrm>
        </p:spPr>
        <p:txBody>
          <a:bodyPr/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מוודא שמתקיים ממשק תקין.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דוגם את הסיגנלים וממיר את הממשק </a:t>
            </a:r>
            <a:r>
              <a:rPr lang="en-US" sz="2000" dirty="0" smtClean="0">
                <a:cs typeface="+mn-cs"/>
              </a:rPr>
              <a:t/>
            </a:r>
            <a:br>
              <a:rPr lang="en-US" sz="2000" dirty="0" smtClean="0">
                <a:cs typeface="+mn-cs"/>
              </a:rPr>
            </a:br>
            <a:r>
              <a:rPr lang="he-IL" sz="2000" dirty="0" err="1" smtClean="0">
                <a:cs typeface="+mn-cs"/>
              </a:rPr>
              <a:t>לפקטות</a:t>
            </a:r>
            <a:r>
              <a:rPr lang="he-IL" sz="2000" dirty="0" smtClean="0">
                <a:cs typeface="+mn-cs"/>
              </a:rPr>
              <a:t> של מידע לוגי.</a:t>
            </a:r>
            <a:endParaRPr lang="he-IL" sz="2000" dirty="0">
              <a:cs typeface="+mn-cs"/>
            </a:endParaRPr>
          </a:p>
          <a:p>
            <a:pPr algn="r" rtl="1"/>
            <a:endParaRPr lang="he-IL" sz="2000" dirty="0" smtClean="0">
              <a:cs typeface="+mn-cs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smtClean="0">
                <a:cs typeface="+mn-cs"/>
              </a:rPr>
              <a:t>נוצר בכל קונפיגורציה של ה - </a:t>
            </a:r>
            <a:r>
              <a:rPr lang="en-US" sz="2000" dirty="0" smtClean="0">
                <a:cs typeface="+mn-cs"/>
              </a:rPr>
              <a:t>agent</a:t>
            </a:r>
            <a:r>
              <a:rPr lang="he-IL" sz="2000" dirty="0" smtClean="0">
                <a:cs typeface="+mn-cs"/>
              </a:rPr>
              <a:t>.</a:t>
            </a:r>
            <a:endParaRPr lang="he-IL" sz="2000" dirty="0"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223919"/>
            <a:ext cx="3040380" cy="804240"/>
          </a:xfrm>
        </p:spPr>
        <p:txBody>
          <a:bodyPr/>
          <a:lstStyle/>
          <a:p>
            <a:pPr algn="ctr"/>
            <a:r>
              <a:rPr lang="en-US" dirty="0" smtClean="0"/>
              <a:t>Monitor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6739" y="1371120"/>
            <a:ext cx="4029545" cy="3555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9203" y="1573800"/>
            <a:ext cx="1516689" cy="1516689"/>
          </a:xfrm>
          <a:prstGeom prst="round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Sequencer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2001" y="1573800"/>
            <a:ext cx="1516689" cy="1516689"/>
          </a:xfrm>
          <a:prstGeom prst="round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066" y="3293169"/>
            <a:ext cx="1516689" cy="151668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393344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41960" y="813282"/>
            <a:ext cx="8229240" cy="2982960"/>
          </a:xfrm>
        </p:spPr>
        <p:txBody>
          <a:bodyPr/>
          <a:lstStyle/>
          <a:p>
            <a:pPr algn="r" rtl="1"/>
            <a:r>
              <a:rPr lang="he-IL" sz="2400" dirty="0" smtClean="0"/>
              <a:t>בכל שעון נתון ה - </a:t>
            </a:r>
            <a:r>
              <a:rPr lang="en-US" sz="2400" dirty="0" smtClean="0"/>
              <a:t>driver</a:t>
            </a:r>
            <a:r>
              <a:rPr lang="he-IL" sz="2400" dirty="0"/>
              <a:t> </a:t>
            </a:r>
            <a:r>
              <a:rPr lang="he-IL" sz="2400" dirty="0" smtClean="0"/>
              <a:t>כותב ערכים לממשק.</a:t>
            </a:r>
          </a:p>
          <a:p>
            <a:pPr marL="0" indent="0" algn="r" rtl="1">
              <a:buNone/>
            </a:pPr>
            <a:endParaRPr lang="he-IL" sz="2400" dirty="0" smtClean="0"/>
          </a:p>
          <a:p>
            <a:pPr algn="r" rtl="1"/>
            <a:r>
              <a:rPr lang="he-IL" sz="2400" dirty="0" smtClean="0"/>
              <a:t>בכל שעון נתון ה - </a:t>
            </a:r>
            <a:r>
              <a:rPr lang="en-US" sz="2400" dirty="0" smtClean="0"/>
              <a:t>monitor</a:t>
            </a:r>
            <a:r>
              <a:rPr lang="he-IL" sz="2400" dirty="0" smtClean="0"/>
              <a:t> קורא ערכים מהממשק.</a:t>
            </a:r>
          </a:p>
          <a:p>
            <a:pPr algn="r" rtl="1"/>
            <a:endParaRPr lang="he-IL" dirty="0"/>
          </a:p>
        </p:txBody>
      </p:sp>
      <p:sp>
        <p:nvSpPr>
          <p:cNvPr id="5" name="TextBox 4"/>
          <p:cNvSpPr txBox="1"/>
          <p:nvPr/>
        </p:nvSpPr>
        <p:spPr>
          <a:xfrm>
            <a:off x="716280" y="3489917"/>
            <a:ext cx="4049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b="1" dirty="0" smtClean="0"/>
              <a:t>שני האובייקטים פועלים יחד!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he-IL" sz="2400" b="1" dirty="0" smtClean="0"/>
              <a:t>איך קובעים מה יקרה קודם?</a:t>
            </a:r>
            <a:endParaRPr lang="en-US" sz="2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" y="234840"/>
            <a:ext cx="7033260" cy="804240"/>
          </a:xfrm>
        </p:spPr>
        <p:txBody>
          <a:bodyPr/>
          <a:lstStyle/>
          <a:p>
            <a:r>
              <a:rPr lang="en-US" dirty="0" smtClean="0"/>
              <a:t>Race condition prevention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13466" y="3645257"/>
            <a:ext cx="307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/>
              <a:t>איזו בעיה יכולה לעלות?</a:t>
            </a:r>
            <a:endParaRPr lang="en-US" dirty="0"/>
          </a:p>
        </p:txBody>
      </p:sp>
      <p:sp>
        <p:nvSpPr>
          <p:cNvPr id="6" name="Cloud Callout 5"/>
          <p:cNvSpPr/>
          <p:nvPr/>
        </p:nvSpPr>
        <p:spPr>
          <a:xfrm>
            <a:off x="5202976" y="3253339"/>
            <a:ext cx="2546684" cy="1264920"/>
          </a:xfrm>
          <a:prstGeom prst="cloudCallout">
            <a:avLst>
              <a:gd name="adj1" fmla="val 79122"/>
              <a:gd name="adj2" fmla="val 66622"/>
            </a:avLst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3086100" y="455460"/>
            <a:ext cx="4305300" cy="43053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238750" y="455460"/>
            <a:ext cx="0" cy="2152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5" idx="6"/>
          </p:cNvCxnSpPr>
          <p:nvPr/>
        </p:nvCxnSpPr>
        <p:spPr>
          <a:xfrm>
            <a:off x="5238750" y="2608110"/>
            <a:ext cx="215265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280410" y="1082910"/>
            <a:ext cx="3916680" cy="2849880"/>
          </a:xfrm>
        </p:spPr>
        <p:txBody>
          <a:bodyPr/>
          <a:lstStyle/>
          <a:p>
            <a:pPr algn="ctr" rtl="1"/>
            <a:r>
              <a:rPr lang="he-IL" sz="2400" dirty="0" smtClean="0">
                <a:solidFill>
                  <a:schemeClr val="bg1"/>
                </a:solidFill>
              </a:rPr>
              <a:t>מוגדר בממשק.</a:t>
            </a:r>
          </a:p>
          <a:p>
            <a:pPr algn="ctr" rtl="1"/>
            <a:endParaRPr lang="he-IL" sz="2400" dirty="0" smtClean="0">
              <a:solidFill>
                <a:schemeClr val="bg1"/>
              </a:solidFill>
            </a:endParaRPr>
          </a:p>
          <a:p>
            <a:pPr algn="ctr" rtl="1"/>
            <a:r>
              <a:rPr lang="he-IL" sz="2400" dirty="0" smtClean="0">
                <a:solidFill>
                  <a:schemeClr val="bg1"/>
                </a:solidFill>
              </a:rPr>
              <a:t>מסדר את סדר הפעולות בעבור כל אירוע (למשל </a:t>
            </a:r>
            <a:r>
              <a:rPr lang="he-IL" sz="2400" dirty="0">
                <a:solidFill>
                  <a:schemeClr val="bg1"/>
                </a:solidFill>
              </a:rPr>
              <a:t> </a:t>
            </a:r>
            <a:r>
              <a:rPr lang="he-IL" sz="2400" dirty="0" smtClean="0">
                <a:solidFill>
                  <a:schemeClr val="bg1"/>
                </a:solidFill>
              </a:rPr>
              <a:t>- עליית שעון)</a:t>
            </a:r>
          </a:p>
          <a:p>
            <a:pPr algn="ctr" rtl="1"/>
            <a:endParaRPr lang="he-IL" sz="2400" dirty="0" smtClean="0">
              <a:solidFill>
                <a:schemeClr val="bg1"/>
              </a:solidFill>
            </a:endParaRPr>
          </a:p>
          <a:p>
            <a:pPr algn="ctr" rtl="1"/>
            <a:r>
              <a:rPr lang="he-IL" sz="2400" dirty="0" smtClean="0">
                <a:solidFill>
                  <a:schemeClr val="bg1"/>
                </a:solidFill>
              </a:rPr>
              <a:t>משמש אותנו לקריאה מהממשק וכתיבה אליו.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752113" cy="804240"/>
          </a:xfrm>
        </p:spPr>
        <p:txBody>
          <a:bodyPr/>
          <a:lstStyle/>
          <a:p>
            <a:r>
              <a:rPr lang="en-US" dirty="0" smtClean="0"/>
              <a:t>Clocking block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37760" y="0"/>
            <a:ext cx="843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/>
              <a:t>12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052060" y="4697075"/>
            <a:ext cx="843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/>
              <a:t>6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527516" y="2377277"/>
            <a:ext cx="843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/>
              <a:t>3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28457" y="2377277"/>
            <a:ext cx="843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400" dirty="0" smtClean="0"/>
              <a:t>9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747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57200" y="1312537"/>
            <a:ext cx="8229240" cy="2982960"/>
          </a:xfrm>
        </p:spPr>
        <p:txBody>
          <a:bodyPr/>
          <a:lstStyle/>
          <a:p>
            <a:pPr algn="r" rt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706" y="764383"/>
            <a:ext cx="5714640" cy="3407521"/>
          </a:xfrm>
        </p:spPr>
        <p:txBody>
          <a:bodyPr/>
          <a:lstStyle/>
          <a:p>
            <a:pPr algn="ctr"/>
            <a:r>
              <a:rPr lang="he-IL" sz="7200" dirty="0" smtClean="0"/>
              <a:t>שאלון סיכום 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30413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063" y="134222"/>
            <a:ext cx="5422232" cy="804240"/>
          </a:xfrm>
        </p:spPr>
        <p:txBody>
          <a:bodyPr/>
          <a:lstStyle/>
          <a:p>
            <a:r>
              <a:rPr lang="he-IL" dirty="0" smtClean="0"/>
              <a:t>ממה נובעים ההבדלים?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36823" y="1085064"/>
            <a:ext cx="2814088" cy="3572860"/>
            <a:chOff x="426719" y="961040"/>
            <a:chExt cx="4029545" cy="3984340"/>
          </a:xfrm>
        </p:grpSpPr>
        <p:sp>
          <p:nvSpPr>
            <p:cNvPr id="7" name="Rounded Rectangle 6"/>
            <p:cNvSpPr/>
            <p:nvPr/>
          </p:nvSpPr>
          <p:spPr>
            <a:xfrm>
              <a:off x="426719" y="1389899"/>
              <a:ext cx="4029545" cy="35554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9413" y="1564513"/>
              <a:ext cx="1664703" cy="13030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Sequencer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9993" y="961040"/>
              <a:ext cx="3561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Active Master</a:t>
              </a:r>
              <a:r>
                <a:rPr lang="en-US" dirty="0" smtClean="0"/>
                <a:t> Agent</a:t>
              </a:r>
              <a:endParaRPr lang="en-US" dirty="0"/>
            </a:p>
          </p:txBody>
        </p:sp>
      </p:grpSp>
      <p:sp>
        <p:nvSpPr>
          <p:cNvPr id="17" name="Rounded Rectangle 16"/>
          <p:cNvSpPr/>
          <p:nvPr/>
        </p:nvSpPr>
        <p:spPr>
          <a:xfrm flipH="1">
            <a:off x="1554809" y="1651381"/>
            <a:ext cx="1210844" cy="11650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Driver</a:t>
            </a:r>
            <a:endParaRPr lang="en-US"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835638" y="2936795"/>
            <a:ext cx="1210844" cy="11902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Monitor</a:t>
            </a:r>
            <a:endParaRPr lang="en-US" sz="1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098487" y="1085064"/>
            <a:ext cx="2814088" cy="3572860"/>
            <a:chOff x="426719" y="961040"/>
            <a:chExt cx="4029545" cy="3984340"/>
          </a:xfrm>
        </p:grpSpPr>
        <p:sp>
          <p:nvSpPr>
            <p:cNvPr id="38" name="Rounded Rectangle 37"/>
            <p:cNvSpPr/>
            <p:nvPr/>
          </p:nvSpPr>
          <p:spPr>
            <a:xfrm>
              <a:off x="426719" y="1389899"/>
              <a:ext cx="4029545" cy="35554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49992" y="961040"/>
              <a:ext cx="3561734" cy="446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Active Slave</a:t>
              </a:r>
              <a:r>
                <a:rPr lang="en-US" dirty="0" smtClean="0"/>
                <a:t> Agent</a:t>
              </a:r>
              <a:endParaRPr lang="en-US" dirty="0"/>
            </a:p>
          </p:txBody>
        </p:sp>
      </p:grpSp>
      <p:sp>
        <p:nvSpPr>
          <p:cNvPr id="41" name="Rounded Rectangle 40"/>
          <p:cNvSpPr/>
          <p:nvPr/>
        </p:nvSpPr>
        <p:spPr>
          <a:xfrm flipH="1">
            <a:off x="4516473" y="1651381"/>
            <a:ext cx="1210844" cy="11650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Driver</a:t>
            </a:r>
            <a:endParaRPr lang="en-US" sz="1400" dirty="0"/>
          </a:p>
        </p:txBody>
      </p:sp>
      <p:sp>
        <p:nvSpPr>
          <p:cNvPr id="42" name="Rounded Rectangle 41"/>
          <p:cNvSpPr/>
          <p:nvPr/>
        </p:nvSpPr>
        <p:spPr>
          <a:xfrm>
            <a:off x="3797302" y="2936795"/>
            <a:ext cx="1210844" cy="11902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Monitor</a:t>
            </a:r>
            <a:endParaRPr lang="en-US" sz="14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6051801" y="1085064"/>
            <a:ext cx="2814088" cy="3572860"/>
            <a:chOff x="426719" y="961040"/>
            <a:chExt cx="4029545" cy="3984340"/>
          </a:xfrm>
        </p:grpSpPr>
        <p:sp>
          <p:nvSpPr>
            <p:cNvPr id="44" name="Rounded Rectangle 43"/>
            <p:cNvSpPr/>
            <p:nvPr/>
          </p:nvSpPr>
          <p:spPr>
            <a:xfrm>
              <a:off x="426719" y="1389899"/>
              <a:ext cx="4029545" cy="35554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9992" y="961040"/>
              <a:ext cx="3561734" cy="446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Passive </a:t>
              </a:r>
              <a:r>
                <a:rPr lang="en-US" dirty="0" smtClean="0"/>
                <a:t>Agent</a:t>
              </a:r>
              <a:endParaRPr lang="en-US" dirty="0"/>
            </a:p>
          </p:txBody>
        </p:sp>
      </p:grpSp>
      <p:sp>
        <p:nvSpPr>
          <p:cNvPr id="48" name="Rounded Rectangle 47"/>
          <p:cNvSpPr/>
          <p:nvPr/>
        </p:nvSpPr>
        <p:spPr>
          <a:xfrm>
            <a:off x="6750616" y="2936795"/>
            <a:ext cx="1210844" cy="11902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Monitor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0121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42" y="78074"/>
            <a:ext cx="6384758" cy="804240"/>
          </a:xfrm>
        </p:spPr>
        <p:txBody>
          <a:bodyPr/>
          <a:lstStyle/>
          <a:p>
            <a:r>
              <a:rPr lang="he-IL" dirty="0" smtClean="0"/>
              <a:t>כיצד הדרייבר מבקש מידע?</a:t>
            </a:r>
            <a:endParaRPr lang="en-US" dirty="0"/>
          </a:p>
        </p:txBody>
      </p:sp>
      <p:sp>
        <p:nvSpPr>
          <p:cNvPr id="5" name="CustomShape 2"/>
          <p:cNvSpPr/>
          <p:nvPr/>
        </p:nvSpPr>
        <p:spPr>
          <a:xfrm>
            <a:off x="314304" y="1553380"/>
            <a:ext cx="1533240" cy="793440"/>
          </a:xfrm>
          <a:prstGeom prst="cloud">
            <a:avLst/>
          </a:prstGeom>
          <a:solidFill>
            <a:srgbClr val="DDF1FE"/>
          </a:solidFill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Sequence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" name="CustomShape 3"/>
          <p:cNvSpPr/>
          <p:nvPr/>
        </p:nvSpPr>
        <p:spPr>
          <a:xfrm>
            <a:off x="2874984" y="1737340"/>
            <a:ext cx="90036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" name="CustomShape 4"/>
          <p:cNvSpPr/>
          <p:nvPr/>
        </p:nvSpPr>
        <p:spPr>
          <a:xfrm>
            <a:off x="5010504" y="309778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Reference Module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5008704" y="139534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Device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Under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Test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" name="CustomShape 6"/>
          <p:cNvSpPr/>
          <p:nvPr/>
        </p:nvSpPr>
        <p:spPr>
          <a:xfrm>
            <a:off x="7366693" y="3439420"/>
            <a:ext cx="1095985" cy="43992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494949"/>
                </a:solidFill>
                <a:latin typeface="Barlow Semi Condensed"/>
                <a:ea typeface="Arial"/>
              </a:rPr>
              <a:t>Scoreboard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1" name="CustomShape 7"/>
          <p:cNvSpPr/>
          <p:nvPr/>
        </p:nvSpPr>
        <p:spPr>
          <a:xfrm>
            <a:off x="7446984" y="1730140"/>
            <a:ext cx="91224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" name="CustomShape 8"/>
          <p:cNvSpPr/>
          <p:nvPr/>
        </p:nvSpPr>
        <p:spPr>
          <a:xfrm flipV="1">
            <a:off x="3775344" y="1956220"/>
            <a:ext cx="1233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" name="CustomShape 9"/>
          <p:cNvSpPr/>
          <p:nvPr/>
        </p:nvSpPr>
        <p:spPr>
          <a:xfrm>
            <a:off x="1846464" y="1950460"/>
            <a:ext cx="1027800" cy="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" name="CustomShape 10"/>
          <p:cNvSpPr/>
          <p:nvPr/>
        </p:nvSpPr>
        <p:spPr>
          <a:xfrm flipV="1">
            <a:off x="6185544" y="1950100"/>
            <a:ext cx="1261440" cy="6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CustomShape 11"/>
          <p:cNvSpPr/>
          <p:nvPr/>
        </p:nvSpPr>
        <p:spPr>
          <a:xfrm rot="16200000" flipH="1">
            <a:off x="3426144" y="2075740"/>
            <a:ext cx="1481760" cy="1685160"/>
          </a:xfrm>
          <a:prstGeom prst="bentConnector2">
            <a:avLst/>
          </a:pr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CustomShape 12"/>
          <p:cNvSpPr/>
          <p:nvPr/>
        </p:nvSpPr>
        <p:spPr>
          <a:xfrm rot="164746" flipV="1">
            <a:off x="6187344" y="3614021"/>
            <a:ext cx="1179349" cy="457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" name="CustomShape 13"/>
          <p:cNvSpPr/>
          <p:nvPr/>
        </p:nvSpPr>
        <p:spPr>
          <a:xfrm flipH="1">
            <a:off x="7899864" y="2170420"/>
            <a:ext cx="2520" cy="126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57834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42" y="78074"/>
            <a:ext cx="6384758" cy="804240"/>
          </a:xfrm>
        </p:spPr>
        <p:txBody>
          <a:bodyPr/>
          <a:lstStyle/>
          <a:p>
            <a:r>
              <a:rPr lang="he-IL" dirty="0" smtClean="0"/>
              <a:t>תתארו זרימת מידע במערכת</a:t>
            </a:r>
            <a:endParaRPr lang="en-US" dirty="0"/>
          </a:p>
        </p:txBody>
      </p:sp>
      <p:sp>
        <p:nvSpPr>
          <p:cNvPr id="5" name="CustomShape 2"/>
          <p:cNvSpPr/>
          <p:nvPr/>
        </p:nvSpPr>
        <p:spPr>
          <a:xfrm>
            <a:off x="314304" y="1553380"/>
            <a:ext cx="1533240" cy="793440"/>
          </a:xfrm>
          <a:prstGeom prst="cloud">
            <a:avLst/>
          </a:prstGeom>
          <a:solidFill>
            <a:srgbClr val="DDF1FE"/>
          </a:solidFill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Sequence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" name="CustomShape 3"/>
          <p:cNvSpPr/>
          <p:nvPr/>
        </p:nvSpPr>
        <p:spPr>
          <a:xfrm>
            <a:off x="2874984" y="1737340"/>
            <a:ext cx="90036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" name="CustomShape 4"/>
          <p:cNvSpPr/>
          <p:nvPr/>
        </p:nvSpPr>
        <p:spPr>
          <a:xfrm>
            <a:off x="5010504" y="309778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Reference Module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5008704" y="1395340"/>
            <a:ext cx="1176480" cy="112320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Device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Under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Test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" name="CustomShape 6"/>
          <p:cNvSpPr/>
          <p:nvPr/>
        </p:nvSpPr>
        <p:spPr>
          <a:xfrm>
            <a:off x="7414260" y="3439420"/>
            <a:ext cx="968304" cy="439920"/>
          </a:xfrm>
          <a:prstGeom prst="rect">
            <a:avLst/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494949"/>
                </a:solidFill>
                <a:latin typeface="Barlow Semi Condensed"/>
                <a:ea typeface="Arial"/>
              </a:rPr>
              <a:t>Scoreboard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1" name="CustomShape 7"/>
          <p:cNvSpPr/>
          <p:nvPr/>
        </p:nvSpPr>
        <p:spPr>
          <a:xfrm>
            <a:off x="7446984" y="1730140"/>
            <a:ext cx="912240" cy="43992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" name="CustomShape 8"/>
          <p:cNvSpPr/>
          <p:nvPr/>
        </p:nvSpPr>
        <p:spPr>
          <a:xfrm flipV="1">
            <a:off x="3775344" y="1956220"/>
            <a:ext cx="1233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" name="CustomShape 9"/>
          <p:cNvSpPr/>
          <p:nvPr/>
        </p:nvSpPr>
        <p:spPr>
          <a:xfrm>
            <a:off x="1846464" y="1950460"/>
            <a:ext cx="1027800" cy="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" name="CustomShape 10"/>
          <p:cNvSpPr/>
          <p:nvPr/>
        </p:nvSpPr>
        <p:spPr>
          <a:xfrm flipV="1">
            <a:off x="6185544" y="1950100"/>
            <a:ext cx="1261440" cy="6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CustomShape 11"/>
          <p:cNvSpPr/>
          <p:nvPr/>
        </p:nvSpPr>
        <p:spPr>
          <a:xfrm rot="16200000" flipH="1">
            <a:off x="3426144" y="2075740"/>
            <a:ext cx="1481760" cy="1685160"/>
          </a:xfrm>
          <a:prstGeom prst="bentConnector2">
            <a:avLst/>
          </a:pr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CustomShape 12"/>
          <p:cNvSpPr/>
          <p:nvPr/>
        </p:nvSpPr>
        <p:spPr>
          <a:xfrm rot="156062" flipV="1">
            <a:off x="6187344" y="3614019"/>
            <a:ext cx="1226916" cy="457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" name="CustomShape 13"/>
          <p:cNvSpPr/>
          <p:nvPr/>
        </p:nvSpPr>
        <p:spPr>
          <a:xfrm flipH="1">
            <a:off x="7899864" y="2170420"/>
            <a:ext cx="2520" cy="126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70274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-1" y="1353671"/>
            <a:ext cx="8650941" cy="3361764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q"/>
            </a:pPr>
            <a:r>
              <a:rPr lang="he-IL" sz="2400" dirty="0" smtClean="0"/>
              <a:t>1 בלבד</a:t>
            </a:r>
            <a:endParaRPr lang="en-US" sz="2400" dirty="0" smtClean="0"/>
          </a:p>
          <a:p>
            <a:pPr algn="r" rtl="1">
              <a:buFont typeface="Wingdings" panose="05000000000000000000" pitchFamily="2" charset="2"/>
              <a:buChar char="q"/>
            </a:pPr>
            <a:endParaRPr lang="he-IL" sz="2400" dirty="0" smtClean="0"/>
          </a:p>
          <a:p>
            <a:pPr algn="r" rtl="1">
              <a:buFont typeface="Wingdings" panose="05000000000000000000" pitchFamily="2" charset="2"/>
              <a:buChar char="q"/>
            </a:pPr>
            <a:r>
              <a:rPr lang="he-IL" sz="2400" dirty="0" smtClean="0"/>
              <a:t>2 אחד </a:t>
            </a:r>
            <a:r>
              <a:rPr lang="en-US" sz="2400" dirty="0" smtClean="0"/>
              <a:t>master</a:t>
            </a:r>
            <a:r>
              <a:rPr lang="he-IL" sz="2400" dirty="0" smtClean="0"/>
              <a:t> והשני </a:t>
            </a:r>
            <a:r>
              <a:rPr lang="en-US" sz="2400" dirty="0" smtClean="0"/>
              <a:t>slave</a:t>
            </a:r>
          </a:p>
          <a:p>
            <a:pPr algn="r" rtl="1">
              <a:buFont typeface="Wingdings" panose="05000000000000000000" pitchFamily="2" charset="2"/>
              <a:buChar char="q"/>
            </a:pPr>
            <a:endParaRPr lang="he-IL" sz="2400" dirty="0" smtClean="0"/>
          </a:p>
          <a:p>
            <a:pPr algn="r" rtl="1">
              <a:buFont typeface="Wingdings" panose="05000000000000000000" pitchFamily="2" charset="2"/>
              <a:buChar char="q"/>
            </a:pPr>
            <a:r>
              <a:rPr lang="he-IL" sz="2400" dirty="0" smtClean="0"/>
              <a:t>2 אחד </a:t>
            </a:r>
            <a:r>
              <a:rPr lang="en-US" sz="2400" dirty="0" smtClean="0"/>
              <a:t>active</a:t>
            </a:r>
            <a:r>
              <a:rPr lang="he-IL" sz="2400" dirty="0" smtClean="0"/>
              <a:t> והשני </a:t>
            </a:r>
            <a:r>
              <a:rPr lang="en-US" sz="2400" dirty="0" smtClean="0"/>
              <a:t>passive</a:t>
            </a:r>
            <a:r>
              <a:rPr lang="he-IL" sz="2400" dirty="0" smtClean="0"/>
              <a:t> </a:t>
            </a:r>
            <a:endParaRPr lang="en-US" sz="2400" dirty="0" smtClean="0"/>
          </a:p>
          <a:p>
            <a:pPr algn="r" rtl="1">
              <a:buFont typeface="Wingdings" panose="05000000000000000000" pitchFamily="2" charset="2"/>
              <a:buChar char="q"/>
            </a:pPr>
            <a:endParaRPr lang="he-IL" sz="2400" dirty="0" smtClean="0"/>
          </a:p>
          <a:p>
            <a:pPr algn="r" rtl="1">
              <a:buFont typeface="Wingdings" panose="05000000000000000000" pitchFamily="2" charset="2"/>
              <a:buChar char="q"/>
            </a:pPr>
            <a:r>
              <a:rPr lang="he-IL" sz="2400" dirty="0" smtClean="0"/>
              <a:t>אינסוף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630"/>
            <a:ext cx="8333873" cy="797647"/>
          </a:xfrm>
        </p:spPr>
        <p:txBody>
          <a:bodyPr/>
          <a:lstStyle/>
          <a:p>
            <a:pPr rtl="1"/>
            <a:r>
              <a:rPr lang="he-IL" sz="3200" dirty="0" smtClean="0"/>
              <a:t>כמה </a:t>
            </a:r>
            <a:r>
              <a:rPr lang="en-US" sz="3200" dirty="0" smtClean="0"/>
              <a:t>Agents</a:t>
            </a:r>
            <a:r>
              <a:rPr lang="he-IL" sz="3200" dirty="0" smtClean="0"/>
              <a:t> ניתן לחבר</a:t>
            </a:r>
            <a:r>
              <a:rPr lang="he-IL" sz="3200" dirty="0"/>
              <a:t> </a:t>
            </a:r>
            <a:r>
              <a:rPr lang="he-IL" sz="3200" dirty="0" smtClean="0"/>
              <a:t>ל -</a:t>
            </a:r>
            <a:r>
              <a:rPr lang="en-US" sz="3200" dirty="0" smtClean="0"/>
              <a:t>interface </a:t>
            </a:r>
            <a:r>
              <a:rPr lang="he-IL" sz="3200" dirty="0" smtClean="0"/>
              <a:t> אחד?</a:t>
            </a:r>
            <a:endParaRPr lang="he-IL" sz="3200" dirty="0"/>
          </a:p>
        </p:txBody>
      </p:sp>
      <p:sp>
        <p:nvSpPr>
          <p:cNvPr id="23" name="CustomShape 10"/>
          <p:cNvSpPr/>
          <p:nvPr/>
        </p:nvSpPr>
        <p:spPr>
          <a:xfrm>
            <a:off x="2615400" y="1353671"/>
            <a:ext cx="1619640" cy="858600"/>
          </a:xfrm>
          <a:prstGeom prst="roundRect">
            <a:avLst>
              <a:gd name="adj" fmla="val 16667"/>
            </a:avLst>
          </a:prstGeom>
          <a:ln w="12600">
            <a:solidFill>
              <a:srgbClr val="49494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494949"/>
                </a:solidFill>
                <a:latin typeface="Barlow Semi Condensed"/>
                <a:ea typeface="Arial"/>
              </a:rPr>
              <a:t>Agent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CustomShape 11"/>
          <p:cNvSpPr/>
          <p:nvPr/>
        </p:nvSpPr>
        <p:spPr>
          <a:xfrm>
            <a:off x="457200" y="1783151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" name="CustomShape 13"/>
          <p:cNvSpPr/>
          <p:nvPr/>
        </p:nvSpPr>
        <p:spPr>
          <a:xfrm>
            <a:off x="4235400" y="1558151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" name="CustomShape 14"/>
          <p:cNvSpPr/>
          <p:nvPr/>
        </p:nvSpPr>
        <p:spPr>
          <a:xfrm>
            <a:off x="4235400" y="2001311"/>
            <a:ext cx="2157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94949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" name="TextBox 26"/>
          <p:cNvSpPr txBox="1"/>
          <p:nvPr/>
        </p:nvSpPr>
        <p:spPr>
          <a:xfrm>
            <a:off x="937950" y="1603073"/>
            <a:ext cx="119634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Input port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642920" y="1374460"/>
            <a:ext cx="119634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30675" y="1839879"/>
            <a:ext cx="151204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Monitor 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0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Shape 1"/>
          <p:cNvSpPr txBox="1"/>
          <p:nvPr/>
        </p:nvSpPr>
        <p:spPr>
          <a:xfrm>
            <a:off x="2973240" y="1501920"/>
            <a:ext cx="2967120" cy="1069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e-IL" sz="8030" b="0" strike="noStrike" spc="-1">
                <a:solidFill>
                  <a:srgbClr val="494949"/>
                </a:solidFill>
                <a:latin typeface="Fjalla One"/>
                <a:cs typeface="Fjalla One"/>
              </a:rPr>
              <a:t>שאלות</a:t>
            </a:r>
            <a:endParaRPr lang="en-US" sz="80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Shape 2"/>
          <p:cNvSpPr txBox="1"/>
          <p:nvPr/>
        </p:nvSpPr>
        <p:spPr>
          <a:xfrm>
            <a:off x="2971800" y="2363400"/>
            <a:ext cx="3200040" cy="6854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e-IL" sz="1500" b="0" strike="noStrike" spc="-1">
                <a:solidFill>
                  <a:srgbClr val="494949"/>
                </a:solidFill>
                <a:latin typeface="Arial"/>
              </a:rPr>
              <a:t>עכשיו אתם מוסמכים ליצור סוכנים</a:t>
            </a: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</TotalTime>
  <Words>372</Words>
  <Application>Microsoft Office PowerPoint</Application>
  <PresentationFormat>On-screen Show (16:9)</PresentationFormat>
  <Paragraphs>156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Barlow Semi Condensed</vt:lpstr>
      <vt:lpstr>Calibri</vt:lpstr>
      <vt:lpstr>DejaVu Sans</vt:lpstr>
      <vt:lpstr>Fjalla One</vt:lpstr>
      <vt:lpstr>Symbol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Agent’s components</vt:lpstr>
      <vt:lpstr>Driver</vt:lpstr>
      <vt:lpstr>Sequencer</vt:lpstr>
      <vt:lpstr>Monitor</vt:lpstr>
      <vt:lpstr>Race condition prevention</vt:lpstr>
      <vt:lpstr>Clocking block</vt:lpstr>
      <vt:lpstr>שאלון סיכום </vt:lpstr>
      <vt:lpstr>ממה נובעים ההבדלים?</vt:lpstr>
      <vt:lpstr>כיצד הדרייבר מבקש מידע?</vt:lpstr>
      <vt:lpstr>תתארו זרימת מידע במערכת</vt:lpstr>
      <vt:lpstr>כמה Agents ניתן לחבר ל -interface  אחד?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subject/>
  <dc:creator>Lior</dc:creator>
  <dc:description/>
  <cp:lastModifiedBy>Windows User</cp:lastModifiedBy>
  <cp:revision>34</cp:revision>
  <dcterms:modified xsi:type="dcterms:W3CDTF">2024-07-10T14:11:48Z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</Properties>
</file>