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2" r:id="rId2"/>
  </p:sld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  <p:sldId id="261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6262"/>
    <a:srgbClr val="77C6FC"/>
    <a:srgbClr val="6D6D6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3B6D48-6E1D-4956-A5E9-0F1D79620D58}" v="55" dt="2022-12-09T06:01:00.2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3" autoAdjust="0"/>
    <p:restoredTop sz="96400" autoAdjust="0"/>
  </p:normalViewPr>
  <p:slideViewPr>
    <p:cSldViewPr snapToGrid="0" showGuides="1">
      <p:cViewPr>
        <p:scale>
          <a:sx n="75" d="100"/>
          <a:sy n="75" d="100"/>
        </p:scale>
        <p:origin x="1860" y="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ליאור סבא" userId="e1cd7a83edcf4a9e" providerId="Windows Live" clId="Web-{2E3F575C-2D70-4DCC-8990-2CC89D7528ED}"/>
    <pc:docChg chg="modSld">
      <pc:chgData name="ליאור סבא" userId="e1cd7a83edcf4a9e" providerId="Windows Live" clId="Web-{2E3F575C-2D70-4DCC-8990-2CC89D7528ED}" dt="2022-12-04T18:54:34.503" v="33" actId="1076"/>
      <pc:docMkLst>
        <pc:docMk/>
      </pc:docMkLst>
      <pc:sldChg chg="addSp delSp modSp">
        <pc:chgData name="ליאור סבא" userId="e1cd7a83edcf4a9e" providerId="Windows Live" clId="Web-{2E3F575C-2D70-4DCC-8990-2CC89D7528ED}" dt="2022-12-04T18:52:26.030" v="13"/>
        <pc:sldMkLst>
          <pc:docMk/>
          <pc:sldMk cId="3510981065" sldId="257"/>
        </pc:sldMkLst>
        <pc:spChg chg="add del">
          <ac:chgData name="ליאור סבא" userId="e1cd7a83edcf4a9e" providerId="Windows Live" clId="Web-{2E3F575C-2D70-4DCC-8990-2CC89D7528ED}" dt="2022-12-04T18:51:49.607" v="5"/>
          <ac:spMkLst>
            <pc:docMk/>
            <pc:sldMk cId="3510981065" sldId="257"/>
            <ac:spMk id="5" creationId="{86FFB0D1-B427-8496-D6CA-6D94B9488C15}"/>
          </ac:spMkLst>
        </pc:spChg>
        <pc:spChg chg="del">
          <ac:chgData name="ליאור סבא" userId="e1cd7a83edcf4a9e" providerId="Windows Live" clId="Web-{2E3F575C-2D70-4DCC-8990-2CC89D7528ED}" dt="2022-12-04T18:52:26.030" v="13"/>
          <ac:spMkLst>
            <pc:docMk/>
            <pc:sldMk cId="3510981065" sldId="257"/>
            <ac:spMk id="10" creationId="{E9C34EB8-FE83-8465-B46B-2C8225242F27}"/>
          </ac:spMkLst>
        </pc:spChg>
        <pc:spChg chg="add mod ord">
          <ac:chgData name="ליאור סבא" userId="e1cd7a83edcf4a9e" providerId="Windows Live" clId="Web-{2E3F575C-2D70-4DCC-8990-2CC89D7528ED}" dt="2022-12-04T18:52:22.468" v="12"/>
          <ac:spMkLst>
            <pc:docMk/>
            <pc:sldMk cId="3510981065" sldId="257"/>
            <ac:spMk id="16" creationId="{EBEA3EF9-4ECD-BAC5-4AA2-E40DB7A45C0F}"/>
          </ac:spMkLst>
        </pc:spChg>
      </pc:sldChg>
      <pc:sldChg chg="addSp delSp modSp">
        <pc:chgData name="ליאור סבא" userId="e1cd7a83edcf4a9e" providerId="Windows Live" clId="Web-{2E3F575C-2D70-4DCC-8990-2CC89D7528ED}" dt="2022-12-04T18:54:34.503" v="33" actId="1076"/>
        <pc:sldMkLst>
          <pc:docMk/>
          <pc:sldMk cId="116167364" sldId="258"/>
        </pc:sldMkLst>
        <pc:spChg chg="add del mod">
          <ac:chgData name="ליאור סבא" userId="e1cd7a83edcf4a9e" providerId="Windows Live" clId="Web-{2E3F575C-2D70-4DCC-8990-2CC89D7528ED}" dt="2022-12-04T18:54:34.503" v="33" actId="1076"/>
          <ac:spMkLst>
            <pc:docMk/>
            <pc:sldMk cId="116167364" sldId="258"/>
            <ac:spMk id="3" creationId="{40EA717B-207F-3C25-2FFD-E961870EE4E1}"/>
          </ac:spMkLst>
        </pc:spChg>
        <pc:spChg chg="add del mod">
          <ac:chgData name="ליאור סבא" userId="e1cd7a83edcf4a9e" providerId="Windows Live" clId="Web-{2E3F575C-2D70-4DCC-8990-2CC89D7528ED}" dt="2022-12-04T18:54:34.503" v="32" actId="1076"/>
          <ac:spMkLst>
            <pc:docMk/>
            <pc:sldMk cId="116167364" sldId="258"/>
            <ac:spMk id="5" creationId="{F0FC4A53-C12C-F9E7-937D-B1FA1B460D86}"/>
          </ac:spMkLst>
        </pc:spChg>
        <pc:spChg chg="add del">
          <ac:chgData name="ליאור סבא" userId="e1cd7a83edcf4a9e" providerId="Windows Live" clId="Web-{2E3F575C-2D70-4DCC-8990-2CC89D7528ED}" dt="2022-12-04T18:51:57.748" v="9"/>
          <ac:spMkLst>
            <pc:docMk/>
            <pc:sldMk cId="116167364" sldId="258"/>
            <ac:spMk id="7" creationId="{9DAC8C95-311A-E360-EB90-B00A3525AA74}"/>
          </ac:spMkLst>
        </pc:spChg>
        <pc:spChg chg="add del">
          <ac:chgData name="ליאור סבא" userId="e1cd7a83edcf4a9e" providerId="Windows Live" clId="Web-{2E3F575C-2D70-4DCC-8990-2CC89D7528ED}" dt="2022-12-04T18:51:57.733" v="8"/>
          <ac:spMkLst>
            <pc:docMk/>
            <pc:sldMk cId="116167364" sldId="258"/>
            <ac:spMk id="9" creationId="{7EBF1E2D-4E48-03AD-DC80-3DCD91322333}"/>
          </ac:spMkLst>
        </pc:spChg>
        <pc:spChg chg="add del topLvl">
          <ac:chgData name="ליאור סבא" userId="e1cd7a83edcf4a9e" providerId="Windows Live" clId="Web-{2E3F575C-2D70-4DCC-8990-2CC89D7528ED}" dt="2022-12-04T18:54:28.190" v="27"/>
          <ac:spMkLst>
            <pc:docMk/>
            <pc:sldMk cId="116167364" sldId="258"/>
            <ac:spMk id="11" creationId="{ED8769EB-F594-9F0F-9DC2-AF4CA6B75DD4}"/>
          </ac:spMkLst>
        </pc:spChg>
        <pc:spChg chg="add del topLvl">
          <ac:chgData name="ליאור סבא" userId="e1cd7a83edcf4a9e" providerId="Windows Live" clId="Web-{2E3F575C-2D70-4DCC-8990-2CC89D7528ED}" dt="2022-12-04T18:54:28.190" v="26"/>
          <ac:spMkLst>
            <pc:docMk/>
            <pc:sldMk cId="116167364" sldId="258"/>
            <ac:spMk id="13" creationId="{C764C1A7-56B0-B4B7-1C4C-DC26FD771410}"/>
          </ac:spMkLst>
        </pc:spChg>
        <pc:grpChg chg="add del">
          <ac:chgData name="ליאור סבא" userId="e1cd7a83edcf4a9e" providerId="Windows Live" clId="Web-{2E3F575C-2D70-4DCC-8990-2CC89D7528ED}" dt="2022-12-04T18:54:19.159" v="23"/>
          <ac:grpSpMkLst>
            <pc:docMk/>
            <pc:sldMk cId="116167364" sldId="258"/>
            <ac:grpSpMk id="14" creationId="{5D80102C-DE6E-49F4-1581-DA86F11ABF78}"/>
          </ac:grpSpMkLst>
        </pc:grpChg>
        <pc:grpChg chg="add del">
          <ac:chgData name="ליאור סבא" userId="e1cd7a83edcf4a9e" providerId="Windows Live" clId="Web-{2E3F575C-2D70-4DCC-8990-2CC89D7528ED}" dt="2022-12-04T18:54:25.768" v="25"/>
          <ac:grpSpMkLst>
            <pc:docMk/>
            <pc:sldMk cId="116167364" sldId="258"/>
            <ac:grpSpMk id="15" creationId="{442C63D7-81C2-AAF0-C477-B1E5ED8DD14A}"/>
          </ac:grpSpMkLst>
        </pc:grpChg>
      </pc:sldChg>
    </pc:docChg>
  </pc:docChgLst>
  <pc:docChgLst>
    <pc:chgData name="ליאור סבא" userId="e1cd7a83edcf4a9e" providerId="LiveId" clId="{3E3B6D48-6E1D-4956-A5E9-0F1D79620D58}"/>
    <pc:docChg chg="undo custSel addSld delSld modSld">
      <pc:chgData name="ליאור סבא" userId="e1cd7a83edcf4a9e" providerId="LiveId" clId="{3E3B6D48-6E1D-4956-A5E9-0F1D79620D58}" dt="2022-12-09T06:02:30.697" v="1783" actId="47"/>
      <pc:docMkLst>
        <pc:docMk/>
      </pc:docMkLst>
      <pc:sldChg chg="modSp mod">
        <pc:chgData name="ליאור סבא" userId="e1cd7a83edcf4a9e" providerId="LiveId" clId="{3E3B6D48-6E1D-4956-A5E9-0F1D79620D58}" dt="2022-12-08T12:07:08.187" v="428" actId="2711"/>
        <pc:sldMkLst>
          <pc:docMk/>
          <pc:sldMk cId="2236030476" sldId="256"/>
        </pc:sldMkLst>
        <pc:spChg chg="mod">
          <ac:chgData name="ליאור סבא" userId="e1cd7a83edcf4a9e" providerId="LiveId" clId="{3E3B6D48-6E1D-4956-A5E9-0F1D79620D58}" dt="2022-12-08T12:07:08.187" v="428" actId="2711"/>
          <ac:spMkLst>
            <pc:docMk/>
            <pc:sldMk cId="2236030476" sldId="256"/>
            <ac:spMk id="4" creationId="{6802D2E5-930B-03BD-7FD8-03A45EA4EB90}"/>
          </ac:spMkLst>
        </pc:spChg>
      </pc:sldChg>
      <pc:sldChg chg="addSp delSp modSp mod modTransition">
        <pc:chgData name="ליאור סבא" userId="e1cd7a83edcf4a9e" providerId="LiveId" clId="{3E3B6D48-6E1D-4956-A5E9-0F1D79620D58}" dt="2022-12-09T06:02:05.227" v="1780" actId="2711"/>
        <pc:sldMkLst>
          <pc:docMk/>
          <pc:sldMk cId="3510981065" sldId="257"/>
        </pc:sldMkLst>
        <pc:spChg chg="mod">
          <ac:chgData name="ליאור סבא" userId="e1cd7a83edcf4a9e" providerId="LiveId" clId="{3E3B6D48-6E1D-4956-A5E9-0F1D79620D58}" dt="2022-12-08T12:04:55.207" v="420" actId="2711"/>
          <ac:spMkLst>
            <pc:docMk/>
            <pc:sldMk cId="3510981065" sldId="257"/>
            <ac:spMk id="2" creationId="{30AD7666-9A98-4E66-41BB-3511BCB388B8}"/>
          </ac:spMkLst>
        </pc:spChg>
        <pc:spChg chg="mod">
          <ac:chgData name="ליאור סבא" userId="e1cd7a83edcf4a9e" providerId="LiveId" clId="{3E3B6D48-6E1D-4956-A5E9-0F1D79620D58}" dt="2022-12-08T12:04:39.133" v="417" actId="2711"/>
          <ac:spMkLst>
            <pc:docMk/>
            <pc:sldMk cId="3510981065" sldId="257"/>
            <ac:spMk id="4" creationId="{94ACE390-6262-5414-AD1B-BB9F03DFC083}"/>
          </ac:spMkLst>
        </pc:spChg>
        <pc:spChg chg="mod">
          <ac:chgData name="ליאור סבא" userId="e1cd7a83edcf4a9e" providerId="LiveId" clId="{3E3B6D48-6E1D-4956-A5E9-0F1D79620D58}" dt="2022-12-08T12:04:43.066" v="418" actId="2711"/>
          <ac:spMkLst>
            <pc:docMk/>
            <pc:sldMk cId="3510981065" sldId="257"/>
            <ac:spMk id="6" creationId="{943E2B0D-DAB4-FF72-BC40-FCF277CB60B9}"/>
          </ac:spMkLst>
        </pc:spChg>
        <pc:spChg chg="mod">
          <ac:chgData name="ליאור סבא" userId="e1cd7a83edcf4a9e" providerId="LiveId" clId="{3E3B6D48-6E1D-4956-A5E9-0F1D79620D58}" dt="2022-12-09T06:02:05.227" v="1780" actId="2711"/>
          <ac:spMkLst>
            <pc:docMk/>
            <pc:sldMk cId="3510981065" sldId="257"/>
            <ac:spMk id="7" creationId="{EA9CC9EF-7E29-E9F6-3EC3-EC2A3F600B45}"/>
          </ac:spMkLst>
        </pc:spChg>
        <pc:spChg chg="mod">
          <ac:chgData name="ליאור סבא" userId="e1cd7a83edcf4a9e" providerId="LiveId" clId="{3E3B6D48-6E1D-4956-A5E9-0F1D79620D58}" dt="2022-12-09T06:00:15.429" v="1763"/>
          <ac:spMkLst>
            <pc:docMk/>
            <pc:sldMk cId="3510981065" sldId="257"/>
            <ac:spMk id="8" creationId="{C2626D32-038A-AAF2-D785-08FEA5F17389}"/>
          </ac:spMkLst>
        </pc:spChg>
        <pc:spChg chg="add mod">
          <ac:chgData name="ליאור סבא" userId="e1cd7a83edcf4a9e" providerId="LiveId" clId="{3E3B6D48-6E1D-4956-A5E9-0F1D79620D58}" dt="2022-12-08T11:48:21.295" v="39" actId="164"/>
          <ac:spMkLst>
            <pc:docMk/>
            <pc:sldMk cId="3510981065" sldId="257"/>
            <ac:spMk id="10" creationId="{5B5F626E-512A-FADF-58C3-754FD8BB2E9D}"/>
          </ac:spMkLst>
        </pc:spChg>
        <pc:spChg chg="mod">
          <ac:chgData name="ליאור סבא" userId="e1cd7a83edcf4a9e" providerId="LiveId" clId="{3E3B6D48-6E1D-4956-A5E9-0F1D79620D58}" dt="2022-12-09T06:00:15.429" v="1763"/>
          <ac:spMkLst>
            <pc:docMk/>
            <pc:sldMk cId="3510981065" sldId="257"/>
            <ac:spMk id="10" creationId="{6EB5FC66-932C-381F-10CB-435E659607E2}"/>
          </ac:spMkLst>
        </pc:spChg>
        <pc:spChg chg="del">
          <ac:chgData name="ליאור סבא" userId="e1cd7a83edcf4a9e" providerId="LiveId" clId="{3E3B6D48-6E1D-4956-A5E9-0F1D79620D58}" dt="2022-12-09T06:00:19.221" v="1764" actId="478"/>
          <ac:spMkLst>
            <pc:docMk/>
            <pc:sldMk cId="3510981065" sldId="257"/>
            <ac:spMk id="11" creationId="{57BD174D-3B8C-19C8-D7BB-6FE0850B4142}"/>
          </ac:spMkLst>
        </pc:spChg>
        <pc:spChg chg="del">
          <ac:chgData name="ליאור סבא" userId="e1cd7a83edcf4a9e" providerId="LiveId" clId="{3E3B6D48-6E1D-4956-A5E9-0F1D79620D58}" dt="2022-12-09T06:00:41.167" v="1771" actId="478"/>
          <ac:spMkLst>
            <pc:docMk/>
            <pc:sldMk cId="3510981065" sldId="257"/>
            <ac:spMk id="12" creationId="{1839428F-30F5-5FA7-D065-39824BD78672}"/>
          </ac:spMkLst>
        </pc:spChg>
        <pc:spChg chg="del">
          <ac:chgData name="ליאור סבא" userId="e1cd7a83edcf4a9e" providerId="LiveId" clId="{3E3B6D48-6E1D-4956-A5E9-0F1D79620D58}" dt="2022-12-09T06:00:40.257" v="1770" actId="478"/>
          <ac:spMkLst>
            <pc:docMk/>
            <pc:sldMk cId="3510981065" sldId="257"/>
            <ac:spMk id="13" creationId="{C906B0D6-9805-3877-CE34-CCE751CA08D8}"/>
          </ac:spMkLst>
        </pc:spChg>
        <pc:spChg chg="del">
          <ac:chgData name="ליאור סבא" userId="e1cd7a83edcf4a9e" providerId="LiveId" clId="{3E3B6D48-6E1D-4956-A5E9-0F1D79620D58}" dt="2022-12-09T06:01:02.674" v="1777" actId="478"/>
          <ac:spMkLst>
            <pc:docMk/>
            <pc:sldMk cId="3510981065" sldId="257"/>
            <ac:spMk id="14" creationId="{3A42CD81-FC3C-97E6-BAC6-E3D09304EA76}"/>
          </ac:spMkLst>
        </pc:spChg>
        <pc:spChg chg="del">
          <ac:chgData name="ליאור סבא" userId="e1cd7a83edcf4a9e" providerId="LiveId" clId="{3E3B6D48-6E1D-4956-A5E9-0F1D79620D58}" dt="2022-12-09T06:01:02.674" v="1777" actId="478"/>
          <ac:spMkLst>
            <pc:docMk/>
            <pc:sldMk cId="3510981065" sldId="257"/>
            <ac:spMk id="15" creationId="{E3CC420B-B932-CA63-3CFF-375E155EE7C8}"/>
          </ac:spMkLst>
        </pc:spChg>
        <pc:spChg chg="del">
          <ac:chgData name="ליאור סבא" userId="e1cd7a83edcf4a9e" providerId="LiveId" clId="{3E3B6D48-6E1D-4956-A5E9-0F1D79620D58}" dt="2022-12-09T06:00:19.221" v="1764" actId="478"/>
          <ac:spMkLst>
            <pc:docMk/>
            <pc:sldMk cId="3510981065" sldId="257"/>
            <ac:spMk id="16" creationId="{EBEA3EF9-4ECD-BAC5-4AA2-E40DB7A45C0F}"/>
          </ac:spMkLst>
        </pc:spChg>
        <pc:spChg chg="add mod">
          <ac:chgData name="ליאור סבא" userId="e1cd7a83edcf4a9e" providerId="LiveId" clId="{3E3B6D48-6E1D-4956-A5E9-0F1D79620D58}" dt="2022-12-08T11:48:38.552" v="51" actId="1038"/>
          <ac:spMkLst>
            <pc:docMk/>
            <pc:sldMk cId="3510981065" sldId="257"/>
            <ac:spMk id="17" creationId="{4CACBE24-6AD3-44E8-D45A-C95156B59C75}"/>
          </ac:spMkLst>
        </pc:spChg>
        <pc:spChg chg="mod">
          <ac:chgData name="ליאור סבא" userId="e1cd7a83edcf4a9e" providerId="LiveId" clId="{3E3B6D48-6E1D-4956-A5E9-0F1D79620D58}" dt="2022-12-09T06:00:29.771" v="1767"/>
          <ac:spMkLst>
            <pc:docMk/>
            <pc:sldMk cId="3510981065" sldId="257"/>
            <ac:spMk id="18" creationId="{3DA52FE3-1D2B-C9B1-0990-FF716194266E}"/>
          </ac:spMkLst>
        </pc:spChg>
        <pc:spChg chg="mod">
          <ac:chgData name="ליאור סבא" userId="e1cd7a83edcf4a9e" providerId="LiveId" clId="{3E3B6D48-6E1D-4956-A5E9-0F1D79620D58}" dt="2022-12-09T06:00:29.771" v="1767"/>
          <ac:spMkLst>
            <pc:docMk/>
            <pc:sldMk cId="3510981065" sldId="257"/>
            <ac:spMk id="19" creationId="{7796EAED-9D59-129A-668C-BBD31D47ADD0}"/>
          </ac:spMkLst>
        </pc:spChg>
        <pc:spChg chg="mod">
          <ac:chgData name="ליאור סבא" userId="e1cd7a83edcf4a9e" providerId="LiveId" clId="{3E3B6D48-6E1D-4956-A5E9-0F1D79620D58}" dt="2022-12-08T11:49:42.861" v="53"/>
          <ac:spMkLst>
            <pc:docMk/>
            <pc:sldMk cId="3510981065" sldId="257"/>
            <ac:spMk id="21" creationId="{3EDE1440-17D3-9AF7-F360-3310DD7A1297}"/>
          </ac:spMkLst>
        </pc:spChg>
        <pc:spChg chg="mod">
          <ac:chgData name="ליאור סבא" userId="e1cd7a83edcf4a9e" providerId="LiveId" clId="{3E3B6D48-6E1D-4956-A5E9-0F1D79620D58}" dt="2022-12-08T11:49:42.861" v="53"/>
          <ac:spMkLst>
            <pc:docMk/>
            <pc:sldMk cId="3510981065" sldId="257"/>
            <ac:spMk id="22" creationId="{3D273704-2F36-A1AC-0D5B-F6347AC7251A}"/>
          </ac:spMkLst>
        </pc:spChg>
        <pc:spChg chg="add del mod">
          <ac:chgData name="ליאור סבא" userId="e1cd7a83edcf4a9e" providerId="LiveId" clId="{3E3B6D48-6E1D-4956-A5E9-0F1D79620D58}" dt="2022-12-09T06:00:52.317" v="1774"/>
          <ac:spMkLst>
            <pc:docMk/>
            <pc:sldMk cId="3510981065" sldId="257"/>
            <ac:spMk id="23" creationId="{7C00D442-C931-FA98-44D0-999EE5C5A5B9}"/>
          </ac:spMkLst>
        </pc:spChg>
        <pc:spChg chg="add del mod">
          <ac:chgData name="ליאור סבא" userId="e1cd7a83edcf4a9e" providerId="LiveId" clId="{3E3B6D48-6E1D-4956-A5E9-0F1D79620D58}" dt="2022-12-09T06:00:52.317" v="1774"/>
          <ac:spMkLst>
            <pc:docMk/>
            <pc:sldMk cId="3510981065" sldId="257"/>
            <ac:spMk id="24" creationId="{D79D35D1-5C12-CABA-0695-729016E89786}"/>
          </ac:spMkLst>
        </pc:spChg>
        <pc:spChg chg="mod">
          <ac:chgData name="ליאור סבא" userId="e1cd7a83edcf4a9e" providerId="LiveId" clId="{3E3B6D48-6E1D-4956-A5E9-0F1D79620D58}" dt="2022-12-08T11:51:43.274" v="102"/>
          <ac:spMkLst>
            <pc:docMk/>
            <pc:sldMk cId="3510981065" sldId="257"/>
            <ac:spMk id="25" creationId="{2AA8CAB5-EA78-EEA0-5DE5-52EC2A1B4601}"/>
          </ac:spMkLst>
        </pc:spChg>
        <pc:spChg chg="mod">
          <ac:chgData name="ליאור סבא" userId="e1cd7a83edcf4a9e" providerId="LiveId" clId="{3E3B6D48-6E1D-4956-A5E9-0F1D79620D58}" dt="2022-12-08T11:51:43.274" v="102"/>
          <ac:spMkLst>
            <pc:docMk/>
            <pc:sldMk cId="3510981065" sldId="257"/>
            <ac:spMk id="26" creationId="{5E15F726-1800-B312-397D-78C1D066CB36}"/>
          </ac:spMkLst>
        </pc:spChg>
        <pc:spChg chg="mod">
          <ac:chgData name="ליאור סבא" userId="e1cd7a83edcf4a9e" providerId="LiveId" clId="{3E3B6D48-6E1D-4956-A5E9-0F1D79620D58}" dt="2022-12-09T06:01:00.267" v="1776"/>
          <ac:spMkLst>
            <pc:docMk/>
            <pc:sldMk cId="3510981065" sldId="257"/>
            <ac:spMk id="26" creationId="{97675336-8B40-9143-A6B9-B722807E7587}"/>
          </ac:spMkLst>
        </pc:spChg>
        <pc:spChg chg="mod">
          <ac:chgData name="ליאור סבא" userId="e1cd7a83edcf4a9e" providerId="LiveId" clId="{3E3B6D48-6E1D-4956-A5E9-0F1D79620D58}" dt="2022-12-09T06:01:00.267" v="1776"/>
          <ac:spMkLst>
            <pc:docMk/>
            <pc:sldMk cId="3510981065" sldId="257"/>
            <ac:spMk id="27" creationId="{12E3632D-D302-48FA-921F-66A7987E31B3}"/>
          </ac:spMkLst>
        </pc:spChg>
        <pc:spChg chg="mod">
          <ac:chgData name="ליאור סבא" userId="e1cd7a83edcf4a9e" providerId="LiveId" clId="{3E3B6D48-6E1D-4956-A5E9-0F1D79620D58}" dt="2022-12-08T11:51:43.274" v="102"/>
          <ac:spMkLst>
            <pc:docMk/>
            <pc:sldMk cId="3510981065" sldId="257"/>
            <ac:spMk id="27" creationId="{68ACB2B3-4306-98AF-94B1-424D54B3EBD6}"/>
          </ac:spMkLst>
        </pc:spChg>
        <pc:spChg chg="mod">
          <ac:chgData name="ליאור סבא" userId="e1cd7a83edcf4a9e" providerId="LiveId" clId="{3E3B6D48-6E1D-4956-A5E9-0F1D79620D58}" dt="2022-12-08T12:03:11.021" v="305"/>
          <ac:spMkLst>
            <pc:docMk/>
            <pc:sldMk cId="3510981065" sldId="257"/>
            <ac:spMk id="29" creationId="{0F079F9D-65FF-11E6-49F3-C65C9B6C8748}"/>
          </ac:spMkLst>
        </pc:spChg>
        <pc:spChg chg="mod">
          <ac:chgData name="ליאור סבא" userId="e1cd7a83edcf4a9e" providerId="LiveId" clId="{3E3B6D48-6E1D-4956-A5E9-0F1D79620D58}" dt="2022-12-08T12:03:11.021" v="305"/>
          <ac:spMkLst>
            <pc:docMk/>
            <pc:sldMk cId="3510981065" sldId="257"/>
            <ac:spMk id="30" creationId="{5A6A35F5-C419-DEFA-32C8-06810BC1AF94}"/>
          </ac:spMkLst>
        </pc:spChg>
        <pc:spChg chg="add mod">
          <ac:chgData name="ליאור סבא" userId="e1cd7a83edcf4a9e" providerId="LiveId" clId="{3E3B6D48-6E1D-4956-A5E9-0F1D79620D58}" dt="2022-12-09T05:58:09.047" v="1743"/>
          <ac:spMkLst>
            <pc:docMk/>
            <pc:sldMk cId="3510981065" sldId="257"/>
            <ac:spMk id="31" creationId="{9EA50800-A7D5-664A-B511-675B1C13DF2C}"/>
          </ac:spMkLst>
        </pc:spChg>
        <pc:grpChg chg="add mod">
          <ac:chgData name="ליאור סבא" userId="e1cd7a83edcf4a9e" providerId="LiveId" clId="{3E3B6D48-6E1D-4956-A5E9-0F1D79620D58}" dt="2022-12-09T06:00:21.676" v="1765" actId="1076"/>
          <ac:grpSpMkLst>
            <pc:docMk/>
            <pc:sldMk cId="3510981065" sldId="257"/>
            <ac:grpSpMk id="5" creationId="{DDFD5664-A867-BB9E-F3CF-7DED11328338}"/>
          </ac:grpSpMkLst>
        </pc:grpChg>
        <pc:grpChg chg="add mod">
          <ac:chgData name="ליאור סבא" userId="e1cd7a83edcf4a9e" providerId="LiveId" clId="{3E3B6D48-6E1D-4956-A5E9-0F1D79620D58}" dt="2022-12-09T06:00:43.108" v="1772" actId="1076"/>
          <ac:grpSpMkLst>
            <pc:docMk/>
            <pc:sldMk cId="3510981065" sldId="257"/>
            <ac:grpSpMk id="17" creationId="{97CE5F3D-1E18-0B53-8E1E-99D8B0DC231A}"/>
          </ac:grpSpMkLst>
        </pc:grpChg>
        <pc:grpChg chg="add del mod">
          <ac:chgData name="ליאור סבא" userId="e1cd7a83edcf4a9e" providerId="LiveId" clId="{3E3B6D48-6E1D-4956-A5E9-0F1D79620D58}" dt="2022-12-08T11:49:44.553" v="54" actId="478"/>
          <ac:grpSpMkLst>
            <pc:docMk/>
            <pc:sldMk cId="3510981065" sldId="257"/>
            <ac:grpSpMk id="18" creationId="{55C66ABD-BF97-2A3D-6AF7-9902E150C185}"/>
          </ac:grpSpMkLst>
        </pc:grpChg>
        <pc:grpChg chg="add del mod">
          <ac:chgData name="ליאור סבא" userId="e1cd7a83edcf4a9e" providerId="LiveId" clId="{3E3B6D48-6E1D-4956-A5E9-0F1D79620D58}" dt="2022-12-08T11:50:10.111" v="63" actId="21"/>
          <ac:grpSpMkLst>
            <pc:docMk/>
            <pc:sldMk cId="3510981065" sldId="257"/>
            <ac:grpSpMk id="20" creationId="{6B9404B0-532C-713B-217D-E95B5624D5BC}"/>
          </ac:grpSpMkLst>
        </pc:grpChg>
        <pc:grpChg chg="add del mod">
          <ac:chgData name="ליאור סבא" userId="e1cd7a83edcf4a9e" providerId="LiveId" clId="{3E3B6D48-6E1D-4956-A5E9-0F1D79620D58}" dt="2022-12-08T11:51:46.959" v="104" actId="21"/>
          <ac:grpSpMkLst>
            <pc:docMk/>
            <pc:sldMk cId="3510981065" sldId="257"/>
            <ac:grpSpMk id="23" creationId="{0ECAF8C4-ECEE-2033-4B20-2EF4EAB4328F}"/>
          </ac:grpSpMkLst>
        </pc:grpChg>
        <pc:grpChg chg="mod">
          <ac:chgData name="ליאור סבא" userId="e1cd7a83edcf4a9e" providerId="LiveId" clId="{3E3B6D48-6E1D-4956-A5E9-0F1D79620D58}" dt="2022-12-08T11:51:43.274" v="102"/>
          <ac:grpSpMkLst>
            <pc:docMk/>
            <pc:sldMk cId="3510981065" sldId="257"/>
            <ac:grpSpMk id="24" creationId="{71843FA3-8B15-D907-FC27-815A3FD30A9B}"/>
          </ac:grpSpMkLst>
        </pc:grpChg>
        <pc:grpChg chg="add mod">
          <ac:chgData name="ליאור סבא" userId="e1cd7a83edcf4a9e" providerId="LiveId" clId="{3E3B6D48-6E1D-4956-A5E9-0F1D79620D58}" dt="2022-12-09T06:01:06.388" v="1778" actId="1076"/>
          <ac:grpSpMkLst>
            <pc:docMk/>
            <pc:sldMk cId="3510981065" sldId="257"/>
            <ac:grpSpMk id="25" creationId="{CAD988FB-F208-9C80-A00B-2499D7B2CAE9}"/>
          </ac:grpSpMkLst>
        </pc:grpChg>
        <pc:grpChg chg="add mod">
          <ac:chgData name="ליאור סבא" userId="e1cd7a83edcf4a9e" providerId="LiveId" clId="{3E3B6D48-6E1D-4956-A5E9-0F1D79620D58}" dt="2022-12-08T12:05:07.321" v="421" actId="164"/>
          <ac:grpSpMkLst>
            <pc:docMk/>
            <pc:sldMk cId="3510981065" sldId="257"/>
            <ac:grpSpMk id="28" creationId="{B30C6223-2ED0-785F-5F06-6119B3450707}"/>
          </ac:grpSpMkLst>
        </pc:grpChg>
        <pc:grpChg chg="add mod">
          <ac:chgData name="ליאור סבא" userId="e1cd7a83edcf4a9e" providerId="LiveId" clId="{3E3B6D48-6E1D-4956-A5E9-0F1D79620D58}" dt="2022-12-08T12:05:07.321" v="421" actId="164"/>
          <ac:grpSpMkLst>
            <pc:docMk/>
            <pc:sldMk cId="3510981065" sldId="257"/>
            <ac:grpSpMk id="32" creationId="{61279654-1188-E8E4-0848-2206B9BE9E1D}"/>
          </ac:grpSpMkLst>
        </pc:grpChg>
        <pc:cxnChg chg="add del mod">
          <ac:chgData name="ליאור סבא" userId="e1cd7a83edcf4a9e" providerId="LiveId" clId="{3E3B6D48-6E1D-4956-A5E9-0F1D79620D58}" dt="2022-12-08T11:50:10.111" v="63" actId="21"/>
          <ac:cxnSpMkLst>
            <pc:docMk/>
            <pc:sldMk cId="3510981065" sldId="257"/>
            <ac:cxnSpMk id="3" creationId="{DA1C524A-86B0-9AB6-1DD3-A4D0BECB993A}"/>
          </ac:cxnSpMkLst>
        </pc:cxnChg>
      </pc:sldChg>
      <pc:sldChg chg="addSp delSp modSp mod">
        <pc:chgData name="ליאור סבא" userId="e1cd7a83edcf4a9e" providerId="LiveId" clId="{3E3B6D48-6E1D-4956-A5E9-0F1D79620D58}" dt="2022-12-09T06:01:58.719" v="1779"/>
        <pc:sldMkLst>
          <pc:docMk/>
          <pc:sldMk cId="116167364" sldId="258"/>
        </pc:sldMkLst>
        <pc:spChg chg="mod">
          <ac:chgData name="ליאור סבא" userId="e1cd7a83edcf4a9e" providerId="LiveId" clId="{3E3B6D48-6E1D-4956-A5E9-0F1D79620D58}" dt="2022-12-09T05:50:11.004" v="1175"/>
          <ac:spMkLst>
            <pc:docMk/>
            <pc:sldMk cId="116167364" sldId="258"/>
            <ac:spMk id="2" creationId="{30AD7666-9A98-4E66-41BB-3511BCB388B8}"/>
          </ac:spMkLst>
        </pc:spChg>
        <pc:spChg chg="mod ord">
          <ac:chgData name="ליאור סבא" userId="e1cd7a83edcf4a9e" providerId="LiveId" clId="{3E3B6D48-6E1D-4956-A5E9-0F1D79620D58}" dt="2022-12-09T06:00:11.650" v="1762" actId="164"/>
          <ac:spMkLst>
            <pc:docMk/>
            <pc:sldMk cId="116167364" sldId="258"/>
            <ac:spMk id="3" creationId="{40EA717B-207F-3C25-2FFD-E961870EE4E1}"/>
          </ac:spMkLst>
        </pc:spChg>
        <pc:spChg chg="mod">
          <ac:chgData name="ליאור סבא" userId="e1cd7a83edcf4a9e" providerId="LiveId" clId="{3E3B6D48-6E1D-4956-A5E9-0F1D79620D58}" dt="2022-12-09T06:01:58.719" v="1779"/>
          <ac:spMkLst>
            <pc:docMk/>
            <pc:sldMk cId="116167364" sldId="258"/>
            <ac:spMk id="4" creationId="{94ACE390-6262-5414-AD1B-BB9F03DFC083}"/>
          </ac:spMkLst>
        </pc:spChg>
        <pc:spChg chg="mod ord">
          <ac:chgData name="ליאור סבא" userId="e1cd7a83edcf4a9e" providerId="LiveId" clId="{3E3B6D48-6E1D-4956-A5E9-0F1D79620D58}" dt="2022-12-09T06:00:11.650" v="1762" actId="164"/>
          <ac:spMkLst>
            <pc:docMk/>
            <pc:sldMk cId="116167364" sldId="258"/>
            <ac:spMk id="5" creationId="{F0FC4A53-C12C-F9E7-937D-B1FA1B460D86}"/>
          </ac:spMkLst>
        </pc:spChg>
        <pc:spChg chg="mod">
          <ac:chgData name="ליאור סבא" userId="e1cd7a83edcf4a9e" providerId="LiveId" clId="{3E3B6D48-6E1D-4956-A5E9-0F1D79620D58}" dt="2022-12-08T11:50:11.539" v="64"/>
          <ac:spMkLst>
            <pc:docMk/>
            <pc:sldMk cId="116167364" sldId="258"/>
            <ac:spMk id="8" creationId="{5380BFA5-2C1C-7263-3412-45B219090D83}"/>
          </ac:spMkLst>
        </pc:spChg>
        <pc:spChg chg="mod">
          <ac:chgData name="ליאור סבא" userId="e1cd7a83edcf4a9e" providerId="LiveId" clId="{3E3B6D48-6E1D-4956-A5E9-0F1D79620D58}" dt="2022-12-08T11:50:11.539" v="64"/>
          <ac:spMkLst>
            <pc:docMk/>
            <pc:sldMk cId="116167364" sldId="258"/>
            <ac:spMk id="9" creationId="{4D47BAFC-E2A9-8647-F8F3-B61694380A08}"/>
          </ac:spMkLst>
        </pc:spChg>
        <pc:spChg chg="add mod">
          <ac:chgData name="ליאור סבא" userId="e1cd7a83edcf4a9e" providerId="LiveId" clId="{3E3B6D48-6E1D-4956-A5E9-0F1D79620D58}" dt="2022-12-08T11:51:35.057" v="89" actId="164"/>
          <ac:spMkLst>
            <pc:docMk/>
            <pc:sldMk cId="116167364" sldId="258"/>
            <ac:spMk id="10" creationId="{356A6B74-2F72-DE4D-C05E-1B673919230D}"/>
          </ac:spMkLst>
        </pc:spChg>
        <pc:spChg chg="mod topLvl">
          <ac:chgData name="ליאור סבא" userId="e1cd7a83edcf4a9e" providerId="LiveId" clId="{3E3B6D48-6E1D-4956-A5E9-0F1D79620D58}" dt="2022-12-08T12:06:43.954" v="425" actId="2711"/>
          <ac:spMkLst>
            <pc:docMk/>
            <pc:sldMk cId="116167364" sldId="258"/>
            <ac:spMk id="14" creationId="{BC65D570-EDC9-FAF9-CC78-0200FD88D6C3}"/>
          </ac:spMkLst>
        </pc:spChg>
        <pc:spChg chg="mod">
          <ac:chgData name="ליאור סבא" userId="e1cd7a83edcf4a9e" providerId="LiveId" clId="{3E3B6D48-6E1D-4956-A5E9-0F1D79620D58}" dt="2022-12-08T12:06:43.954" v="425" actId="2711"/>
          <ac:spMkLst>
            <pc:docMk/>
            <pc:sldMk cId="116167364" sldId="258"/>
            <ac:spMk id="15" creationId="{DE569203-DCD4-5163-D857-1AA85BD4179B}"/>
          </ac:spMkLst>
        </pc:spChg>
        <pc:spChg chg="mod">
          <ac:chgData name="ליאור סבא" userId="e1cd7a83edcf4a9e" providerId="LiveId" clId="{3E3B6D48-6E1D-4956-A5E9-0F1D79620D58}" dt="2022-12-08T12:06:43.954" v="425" actId="2711"/>
          <ac:spMkLst>
            <pc:docMk/>
            <pc:sldMk cId="116167364" sldId="258"/>
            <ac:spMk id="16" creationId="{3C980BEF-C9FE-388C-2652-FD2462B60338}"/>
          </ac:spMkLst>
        </pc:spChg>
        <pc:spChg chg="add mod">
          <ac:chgData name="ליאור סבא" userId="e1cd7a83edcf4a9e" providerId="LiveId" clId="{3E3B6D48-6E1D-4956-A5E9-0F1D79620D58}" dt="2022-12-08T12:06:43.954" v="425" actId="2711"/>
          <ac:spMkLst>
            <pc:docMk/>
            <pc:sldMk cId="116167364" sldId="258"/>
            <ac:spMk id="17" creationId="{0AFBE883-5A08-4746-CC11-79FF0035D54E}"/>
          </ac:spMkLst>
        </pc:spChg>
        <pc:grpChg chg="add mod">
          <ac:chgData name="ליאור סבא" userId="e1cd7a83edcf4a9e" providerId="LiveId" clId="{3E3B6D48-6E1D-4956-A5E9-0F1D79620D58}" dt="2022-12-08T11:51:35.057" v="89" actId="164"/>
          <ac:grpSpMkLst>
            <pc:docMk/>
            <pc:sldMk cId="116167364" sldId="258"/>
            <ac:grpSpMk id="7" creationId="{8839B822-399E-3CC7-1CEF-DCCC1964CD9D}"/>
          </ac:grpSpMkLst>
        </pc:grpChg>
        <pc:grpChg chg="add mod">
          <ac:chgData name="ליאור סבא" userId="e1cd7a83edcf4a9e" providerId="LiveId" clId="{3E3B6D48-6E1D-4956-A5E9-0F1D79620D58}" dt="2022-12-09T06:00:11.650" v="1762" actId="164"/>
          <ac:grpSpMkLst>
            <pc:docMk/>
            <pc:sldMk cId="116167364" sldId="258"/>
            <ac:grpSpMk id="7" creationId="{D303BCE6-D459-E7A4-909D-D704DF16443A}"/>
          </ac:grpSpMkLst>
        </pc:grpChg>
        <pc:grpChg chg="add del mod">
          <ac:chgData name="ליאור סבא" userId="e1cd7a83edcf4a9e" providerId="LiveId" clId="{3E3B6D48-6E1D-4956-A5E9-0F1D79620D58}" dt="2022-12-08T11:51:48.827" v="105" actId="478"/>
          <ac:grpSpMkLst>
            <pc:docMk/>
            <pc:sldMk cId="116167364" sldId="258"/>
            <ac:grpSpMk id="11" creationId="{7E7A5628-338F-F512-968F-CE78158AA298}"/>
          </ac:grpSpMkLst>
        </pc:grpChg>
        <pc:grpChg chg="add del mod">
          <ac:chgData name="ליאור סבא" userId="e1cd7a83edcf4a9e" providerId="LiveId" clId="{3E3B6D48-6E1D-4956-A5E9-0F1D79620D58}" dt="2022-12-08T11:52:05.003" v="109" actId="165"/>
          <ac:grpSpMkLst>
            <pc:docMk/>
            <pc:sldMk cId="116167364" sldId="258"/>
            <ac:grpSpMk id="12" creationId="{FC92377C-E4E8-6BBC-322B-0A60CE3C7F3A}"/>
          </ac:grpSpMkLst>
        </pc:grpChg>
        <pc:grpChg chg="mod topLvl">
          <ac:chgData name="ליאור סבא" userId="e1cd7a83edcf4a9e" providerId="LiveId" clId="{3E3B6D48-6E1D-4956-A5E9-0F1D79620D58}" dt="2022-12-08T11:52:05.003" v="109" actId="165"/>
          <ac:grpSpMkLst>
            <pc:docMk/>
            <pc:sldMk cId="116167364" sldId="258"/>
            <ac:grpSpMk id="13" creationId="{3DB52684-9131-5EB8-3457-7F9F9B3F29E4}"/>
          </ac:grpSpMkLst>
        </pc:grpChg>
        <pc:cxnChg chg="add mod">
          <ac:chgData name="ליאור סבא" userId="e1cd7a83edcf4a9e" providerId="LiveId" clId="{3E3B6D48-6E1D-4956-A5E9-0F1D79620D58}" dt="2022-12-08T11:50:11.539" v="64"/>
          <ac:cxnSpMkLst>
            <pc:docMk/>
            <pc:sldMk cId="116167364" sldId="258"/>
            <ac:cxnSpMk id="6" creationId="{B3BF6741-88E0-64C3-1747-0E50CD8DF5E1}"/>
          </ac:cxnSpMkLst>
        </pc:cxnChg>
      </pc:sldChg>
      <pc:sldChg chg="addSp delSp modSp mod">
        <pc:chgData name="ליאור סבא" userId="e1cd7a83edcf4a9e" providerId="LiveId" clId="{3E3B6D48-6E1D-4956-A5E9-0F1D79620D58}" dt="2022-12-09T06:02:07.818" v="1781"/>
        <pc:sldMkLst>
          <pc:docMk/>
          <pc:sldMk cId="964886820" sldId="259"/>
        </pc:sldMkLst>
        <pc:spChg chg="mod">
          <ac:chgData name="ליאור סבא" userId="e1cd7a83edcf4a9e" providerId="LiveId" clId="{3E3B6D48-6E1D-4956-A5E9-0F1D79620D58}" dt="2022-12-09T05:50:13.143" v="1176"/>
          <ac:spMkLst>
            <pc:docMk/>
            <pc:sldMk cId="964886820" sldId="259"/>
            <ac:spMk id="2" creationId="{30AD7666-9A98-4E66-41BB-3511BCB388B8}"/>
          </ac:spMkLst>
        </pc:spChg>
        <pc:spChg chg="mod">
          <ac:chgData name="ליאור סבא" userId="e1cd7a83edcf4a9e" providerId="LiveId" clId="{3E3B6D48-6E1D-4956-A5E9-0F1D79620D58}" dt="2022-12-09T06:00:27.131" v="1766" actId="164"/>
          <ac:spMkLst>
            <pc:docMk/>
            <pc:sldMk cId="964886820" sldId="259"/>
            <ac:spMk id="3" creationId="{475F8891-F3DC-FE83-DDEA-0D2D6E82EE4C}"/>
          </ac:spMkLst>
        </pc:spChg>
        <pc:spChg chg="mod">
          <ac:chgData name="ליאור סבא" userId="e1cd7a83edcf4a9e" providerId="LiveId" clId="{3E3B6D48-6E1D-4956-A5E9-0F1D79620D58}" dt="2022-12-09T06:00:27.131" v="1766" actId="164"/>
          <ac:spMkLst>
            <pc:docMk/>
            <pc:sldMk cId="964886820" sldId="259"/>
            <ac:spMk id="5" creationId="{E4112248-C309-0405-37BC-373FBE908464}"/>
          </ac:spMkLst>
        </pc:spChg>
        <pc:spChg chg="mod">
          <ac:chgData name="ליאור סבא" userId="e1cd7a83edcf4a9e" providerId="LiveId" clId="{3E3B6D48-6E1D-4956-A5E9-0F1D79620D58}" dt="2022-12-09T06:02:07.818" v="1781"/>
          <ac:spMkLst>
            <pc:docMk/>
            <pc:sldMk cId="964886820" sldId="259"/>
            <ac:spMk id="7" creationId="{EA9CC9EF-7E29-E9F6-3EC3-EC2A3F600B45}"/>
          </ac:spMkLst>
        </pc:spChg>
        <pc:spChg chg="mod">
          <ac:chgData name="ליאור סבא" userId="e1cd7a83edcf4a9e" providerId="LiveId" clId="{3E3B6D48-6E1D-4956-A5E9-0F1D79620D58}" dt="2022-12-08T11:50:12.713" v="65"/>
          <ac:spMkLst>
            <pc:docMk/>
            <pc:sldMk cId="964886820" sldId="259"/>
            <ac:spMk id="8" creationId="{29C801CC-4B89-5BDE-FB4E-3CD57293A0AE}"/>
          </ac:spMkLst>
        </pc:spChg>
        <pc:spChg chg="mod">
          <ac:chgData name="ליאור סבא" userId="e1cd7a83edcf4a9e" providerId="LiveId" clId="{3E3B6D48-6E1D-4956-A5E9-0F1D79620D58}" dt="2022-12-08T11:50:12.713" v="65"/>
          <ac:spMkLst>
            <pc:docMk/>
            <pc:sldMk cId="964886820" sldId="259"/>
            <ac:spMk id="9" creationId="{4A3A2B8F-2C09-3A5F-A762-3BEF10017DDF}"/>
          </ac:spMkLst>
        </pc:spChg>
        <pc:spChg chg="mod topLvl">
          <ac:chgData name="ליאור סבא" userId="e1cd7a83edcf4a9e" providerId="LiveId" clId="{3E3B6D48-6E1D-4956-A5E9-0F1D79620D58}" dt="2022-12-08T12:06:48.091" v="426" actId="2711"/>
          <ac:spMkLst>
            <pc:docMk/>
            <pc:sldMk cId="964886820" sldId="259"/>
            <ac:spMk id="12" creationId="{B1A7EE29-5B89-91E7-740F-030497FA879C}"/>
          </ac:spMkLst>
        </pc:spChg>
        <pc:spChg chg="mod">
          <ac:chgData name="ליאור סבא" userId="e1cd7a83edcf4a9e" providerId="LiveId" clId="{3E3B6D48-6E1D-4956-A5E9-0F1D79620D58}" dt="2022-12-08T12:06:48.091" v="426" actId="2711"/>
          <ac:spMkLst>
            <pc:docMk/>
            <pc:sldMk cId="964886820" sldId="259"/>
            <ac:spMk id="13" creationId="{CE1AE43B-72B2-413C-FF4C-A7D65E08B789}"/>
          </ac:spMkLst>
        </pc:spChg>
        <pc:spChg chg="mod">
          <ac:chgData name="ליאור סבא" userId="e1cd7a83edcf4a9e" providerId="LiveId" clId="{3E3B6D48-6E1D-4956-A5E9-0F1D79620D58}" dt="2022-12-08T12:06:48.091" v="426" actId="2711"/>
          <ac:spMkLst>
            <pc:docMk/>
            <pc:sldMk cId="964886820" sldId="259"/>
            <ac:spMk id="14" creationId="{E993F8EB-3E9B-23EA-0ED4-9E75F213DE08}"/>
          </ac:spMkLst>
        </pc:spChg>
        <pc:spChg chg="add mod">
          <ac:chgData name="ליאור סבא" userId="e1cd7a83edcf4a9e" providerId="LiveId" clId="{3E3B6D48-6E1D-4956-A5E9-0F1D79620D58}" dt="2022-12-08T12:06:48.091" v="426" actId="2711"/>
          <ac:spMkLst>
            <pc:docMk/>
            <pc:sldMk cId="964886820" sldId="259"/>
            <ac:spMk id="15" creationId="{70273CED-2A7F-12F0-241A-B7E55005CFF9}"/>
          </ac:spMkLst>
        </pc:spChg>
        <pc:grpChg chg="add del mod">
          <ac:chgData name="ליאור סבא" userId="e1cd7a83edcf4a9e" providerId="LiveId" clId="{3E3B6D48-6E1D-4956-A5E9-0F1D79620D58}" dt="2022-12-08T11:50:19.024" v="67" actId="478"/>
          <ac:grpSpMkLst>
            <pc:docMk/>
            <pc:sldMk cId="964886820" sldId="259"/>
            <ac:grpSpMk id="6" creationId="{6BD77D5A-3119-4390-4C88-A7413FF5F5DB}"/>
          </ac:grpSpMkLst>
        </pc:grpChg>
        <pc:grpChg chg="add mod">
          <ac:chgData name="ליאור סבא" userId="e1cd7a83edcf4a9e" providerId="LiveId" clId="{3E3B6D48-6E1D-4956-A5E9-0F1D79620D58}" dt="2022-12-09T06:00:27.131" v="1766" actId="164"/>
          <ac:grpSpMkLst>
            <pc:docMk/>
            <pc:sldMk cId="964886820" sldId="259"/>
            <ac:grpSpMk id="6" creationId="{D2DCF6F7-CC12-2E4F-8FE3-72B1A06ECD7A}"/>
          </ac:grpSpMkLst>
        </pc:grpChg>
        <pc:grpChg chg="add del mod">
          <ac:chgData name="ליאור סבא" userId="e1cd7a83edcf4a9e" providerId="LiveId" clId="{3E3B6D48-6E1D-4956-A5E9-0F1D79620D58}" dt="2022-12-08T11:52:15.994" v="110" actId="165"/>
          <ac:grpSpMkLst>
            <pc:docMk/>
            <pc:sldMk cId="964886820" sldId="259"/>
            <ac:grpSpMk id="10" creationId="{67022164-41B5-3A25-86F9-8B484694686F}"/>
          </ac:grpSpMkLst>
        </pc:grpChg>
        <pc:grpChg chg="mod topLvl">
          <ac:chgData name="ליאור סבא" userId="e1cd7a83edcf4a9e" providerId="LiveId" clId="{3E3B6D48-6E1D-4956-A5E9-0F1D79620D58}" dt="2022-12-08T11:52:15.994" v="110" actId="165"/>
          <ac:grpSpMkLst>
            <pc:docMk/>
            <pc:sldMk cId="964886820" sldId="259"/>
            <ac:grpSpMk id="11" creationId="{8C1AFB43-1150-D327-B0AE-E4C262FDF84A}"/>
          </ac:grpSpMkLst>
        </pc:grpChg>
        <pc:cxnChg chg="add mod">
          <ac:chgData name="ליאור סבא" userId="e1cd7a83edcf4a9e" providerId="LiveId" clId="{3E3B6D48-6E1D-4956-A5E9-0F1D79620D58}" dt="2022-12-08T11:50:12.713" v="65"/>
          <ac:cxnSpMkLst>
            <pc:docMk/>
            <pc:sldMk cId="964886820" sldId="259"/>
            <ac:cxnSpMk id="4" creationId="{C7958AAF-7847-C24F-464D-389C49BD0093}"/>
          </ac:cxnSpMkLst>
        </pc:cxnChg>
      </pc:sldChg>
      <pc:sldChg chg="addSp delSp modSp mod">
        <pc:chgData name="ליאור סבא" userId="e1cd7a83edcf4a9e" providerId="LiveId" clId="{3E3B6D48-6E1D-4956-A5E9-0F1D79620D58}" dt="2022-12-09T06:02:14.795" v="1782"/>
        <pc:sldMkLst>
          <pc:docMk/>
          <pc:sldMk cId="2449305339" sldId="260"/>
        </pc:sldMkLst>
        <pc:spChg chg="mod">
          <ac:chgData name="ליאור סבא" userId="e1cd7a83edcf4a9e" providerId="LiveId" clId="{3E3B6D48-6E1D-4956-A5E9-0F1D79620D58}" dt="2022-12-09T05:50:14.741" v="1177"/>
          <ac:spMkLst>
            <pc:docMk/>
            <pc:sldMk cId="2449305339" sldId="260"/>
            <ac:spMk id="2" creationId="{30AD7666-9A98-4E66-41BB-3511BCB388B8}"/>
          </ac:spMkLst>
        </pc:spChg>
        <pc:spChg chg="mod">
          <ac:chgData name="ליאור סבא" userId="e1cd7a83edcf4a9e" providerId="LiveId" clId="{3E3B6D48-6E1D-4956-A5E9-0F1D79620D58}" dt="2022-12-09T06:00:57.098" v="1775" actId="164"/>
          <ac:spMkLst>
            <pc:docMk/>
            <pc:sldMk cId="2449305339" sldId="260"/>
            <ac:spMk id="5" creationId="{10C2C7E2-215C-37BF-6224-3DFFFB884346}"/>
          </ac:spMkLst>
        </pc:spChg>
        <pc:spChg chg="mod">
          <ac:chgData name="ליאור סבא" userId="e1cd7a83edcf4a9e" providerId="LiveId" clId="{3E3B6D48-6E1D-4956-A5E9-0F1D79620D58}" dt="2022-12-09T06:02:14.795" v="1782"/>
          <ac:spMkLst>
            <pc:docMk/>
            <pc:sldMk cId="2449305339" sldId="260"/>
            <ac:spMk id="6" creationId="{943E2B0D-DAB4-FF72-BC40-FCF277CB60B9}"/>
          </ac:spMkLst>
        </pc:spChg>
        <pc:spChg chg="mod">
          <ac:chgData name="ליאור סבא" userId="e1cd7a83edcf4a9e" providerId="LiveId" clId="{3E3B6D48-6E1D-4956-A5E9-0F1D79620D58}" dt="2022-12-08T11:50:13.690" v="66"/>
          <ac:spMkLst>
            <pc:docMk/>
            <pc:sldMk cId="2449305339" sldId="260"/>
            <ac:spMk id="7" creationId="{F3C3720D-C9E8-B3D5-C2B0-2767DC1E58F9}"/>
          </ac:spMkLst>
        </pc:spChg>
        <pc:spChg chg="mod">
          <ac:chgData name="ליאור סבא" userId="e1cd7a83edcf4a9e" providerId="LiveId" clId="{3E3B6D48-6E1D-4956-A5E9-0F1D79620D58}" dt="2022-12-09T06:00:57.098" v="1775" actId="164"/>
          <ac:spMkLst>
            <pc:docMk/>
            <pc:sldMk cId="2449305339" sldId="260"/>
            <ac:spMk id="8" creationId="{F91806E6-119B-0007-CE89-825B9B5B0410}"/>
          </ac:spMkLst>
        </pc:spChg>
        <pc:spChg chg="mod">
          <ac:chgData name="ליאור סבא" userId="e1cd7a83edcf4a9e" providerId="LiveId" clId="{3E3B6D48-6E1D-4956-A5E9-0F1D79620D58}" dt="2022-12-08T11:50:13.690" v="66"/>
          <ac:spMkLst>
            <pc:docMk/>
            <pc:sldMk cId="2449305339" sldId="260"/>
            <ac:spMk id="9" creationId="{D68A1F21-0568-A0E3-F720-D23E258F6979}"/>
          </ac:spMkLst>
        </pc:spChg>
        <pc:spChg chg="mod topLvl">
          <ac:chgData name="ליאור סבא" userId="e1cd7a83edcf4a9e" providerId="LiveId" clId="{3E3B6D48-6E1D-4956-A5E9-0F1D79620D58}" dt="2022-12-08T12:06:52.763" v="427" actId="2711"/>
          <ac:spMkLst>
            <pc:docMk/>
            <pc:sldMk cId="2449305339" sldId="260"/>
            <ac:spMk id="12" creationId="{0E2FF87E-8CCC-739B-53D1-70C3A364007D}"/>
          </ac:spMkLst>
        </pc:spChg>
        <pc:spChg chg="mod">
          <ac:chgData name="ליאור סבא" userId="e1cd7a83edcf4a9e" providerId="LiveId" clId="{3E3B6D48-6E1D-4956-A5E9-0F1D79620D58}" dt="2022-12-08T12:06:52.763" v="427" actId="2711"/>
          <ac:spMkLst>
            <pc:docMk/>
            <pc:sldMk cId="2449305339" sldId="260"/>
            <ac:spMk id="13" creationId="{7EA7B186-E87F-2F42-4CBC-340D1FAAE33E}"/>
          </ac:spMkLst>
        </pc:spChg>
        <pc:spChg chg="mod">
          <ac:chgData name="ליאור סבא" userId="e1cd7a83edcf4a9e" providerId="LiveId" clId="{3E3B6D48-6E1D-4956-A5E9-0F1D79620D58}" dt="2022-12-08T12:06:52.763" v="427" actId="2711"/>
          <ac:spMkLst>
            <pc:docMk/>
            <pc:sldMk cId="2449305339" sldId="260"/>
            <ac:spMk id="14" creationId="{B21A70D2-D359-3B25-FB69-08A166C2CDA6}"/>
          </ac:spMkLst>
        </pc:spChg>
        <pc:spChg chg="add mod">
          <ac:chgData name="ליאור סבא" userId="e1cd7a83edcf4a9e" providerId="LiveId" clId="{3E3B6D48-6E1D-4956-A5E9-0F1D79620D58}" dt="2022-12-08T12:06:52.763" v="427" actId="2711"/>
          <ac:spMkLst>
            <pc:docMk/>
            <pc:sldMk cId="2449305339" sldId="260"/>
            <ac:spMk id="15" creationId="{8013F9E3-9585-D9FE-40C4-37978800F695}"/>
          </ac:spMkLst>
        </pc:spChg>
        <pc:grpChg chg="add mod">
          <ac:chgData name="ליאור סבא" userId="e1cd7a83edcf4a9e" providerId="LiveId" clId="{3E3B6D48-6E1D-4956-A5E9-0F1D79620D58}" dt="2022-12-09T06:00:57.098" v="1775" actId="164"/>
          <ac:grpSpMkLst>
            <pc:docMk/>
            <pc:sldMk cId="2449305339" sldId="260"/>
            <ac:grpSpMk id="4" creationId="{1D5F4991-6E96-CF7C-7F8F-A6C1E9366829}"/>
          </ac:grpSpMkLst>
        </pc:grpChg>
        <pc:grpChg chg="add del mod">
          <ac:chgData name="ליאור סבא" userId="e1cd7a83edcf4a9e" providerId="LiveId" clId="{3E3B6D48-6E1D-4956-A5E9-0F1D79620D58}" dt="2022-12-08T11:50:20.798" v="68" actId="478"/>
          <ac:grpSpMkLst>
            <pc:docMk/>
            <pc:sldMk cId="2449305339" sldId="260"/>
            <ac:grpSpMk id="4" creationId="{7B3DCB08-4B12-ABDE-F71A-CF89E034AE9B}"/>
          </ac:grpSpMkLst>
        </pc:grpChg>
        <pc:grpChg chg="add del mod">
          <ac:chgData name="ליאור סבא" userId="e1cd7a83edcf4a9e" providerId="LiveId" clId="{3E3B6D48-6E1D-4956-A5E9-0F1D79620D58}" dt="2022-12-08T11:52:43.122" v="111" actId="165"/>
          <ac:grpSpMkLst>
            <pc:docMk/>
            <pc:sldMk cId="2449305339" sldId="260"/>
            <ac:grpSpMk id="10" creationId="{213B8A05-521D-7C95-2858-E9744A53CA2B}"/>
          </ac:grpSpMkLst>
        </pc:grpChg>
        <pc:grpChg chg="mod topLvl">
          <ac:chgData name="ליאור סבא" userId="e1cd7a83edcf4a9e" providerId="LiveId" clId="{3E3B6D48-6E1D-4956-A5E9-0F1D79620D58}" dt="2022-12-08T11:52:43.122" v="111" actId="165"/>
          <ac:grpSpMkLst>
            <pc:docMk/>
            <pc:sldMk cId="2449305339" sldId="260"/>
            <ac:grpSpMk id="11" creationId="{9A43553A-3081-B435-5C10-1619CF2F75DC}"/>
          </ac:grpSpMkLst>
        </pc:grpChg>
        <pc:cxnChg chg="add mod">
          <ac:chgData name="ליאור סבא" userId="e1cd7a83edcf4a9e" providerId="LiveId" clId="{3E3B6D48-6E1D-4956-A5E9-0F1D79620D58}" dt="2022-12-08T11:50:13.690" v="66"/>
          <ac:cxnSpMkLst>
            <pc:docMk/>
            <pc:sldMk cId="2449305339" sldId="260"/>
            <ac:cxnSpMk id="3" creationId="{AE8AC7B3-87EE-3407-17D6-314BC010E6C2}"/>
          </ac:cxnSpMkLst>
        </pc:cxnChg>
      </pc:sldChg>
      <pc:sldChg chg="delSp modSp new mod">
        <pc:chgData name="ליאור סבא" userId="e1cd7a83edcf4a9e" providerId="LiveId" clId="{3E3B6D48-6E1D-4956-A5E9-0F1D79620D58}" dt="2022-12-08T12:01:48.319" v="304" actId="1076"/>
        <pc:sldMkLst>
          <pc:docMk/>
          <pc:sldMk cId="292635652" sldId="261"/>
        </pc:sldMkLst>
        <pc:spChg chg="del mod">
          <ac:chgData name="ליאור סבא" userId="e1cd7a83edcf4a9e" providerId="LiveId" clId="{3E3B6D48-6E1D-4956-A5E9-0F1D79620D58}" dt="2022-12-08T12:01:35.635" v="301" actId="478"/>
          <ac:spMkLst>
            <pc:docMk/>
            <pc:sldMk cId="292635652" sldId="261"/>
            <ac:spMk id="2" creationId="{71160162-D51B-533E-D7A2-B9ED76959C02}"/>
          </ac:spMkLst>
        </pc:spChg>
        <pc:spChg chg="mod">
          <ac:chgData name="ליאור סבא" userId="e1cd7a83edcf4a9e" providerId="LiveId" clId="{3E3B6D48-6E1D-4956-A5E9-0F1D79620D58}" dt="2022-12-08T12:01:38.463" v="302" actId="1076"/>
          <ac:spMkLst>
            <pc:docMk/>
            <pc:sldMk cId="292635652" sldId="261"/>
            <ac:spMk id="3" creationId="{401B4BB9-ACA0-56E7-C0AD-081590D7D2E2}"/>
          </ac:spMkLst>
        </pc:spChg>
        <pc:spChg chg="mod">
          <ac:chgData name="ליאור סבא" userId="e1cd7a83edcf4a9e" providerId="LiveId" clId="{3E3B6D48-6E1D-4956-A5E9-0F1D79620D58}" dt="2022-12-08T12:01:48.319" v="304" actId="1076"/>
          <ac:spMkLst>
            <pc:docMk/>
            <pc:sldMk cId="292635652" sldId="261"/>
            <ac:spMk id="4" creationId="{98EA18ED-9928-36EB-BED3-48235612B847}"/>
          </ac:spMkLst>
        </pc:spChg>
      </pc:sldChg>
      <pc:sldChg chg="add del">
        <pc:chgData name="ליאור סבא" userId="e1cd7a83edcf4a9e" providerId="LiveId" clId="{3E3B6D48-6E1D-4956-A5E9-0F1D79620D58}" dt="2022-12-08T11:50:09.006" v="62"/>
        <pc:sldMkLst>
          <pc:docMk/>
          <pc:sldMk cId="2144802525" sldId="261"/>
        </pc:sldMkLst>
      </pc:sldChg>
      <pc:sldChg chg="addSp delSp modSp new mod">
        <pc:chgData name="ליאור סבא" userId="e1cd7a83edcf4a9e" providerId="LiveId" clId="{3E3B6D48-6E1D-4956-A5E9-0F1D79620D58}" dt="2022-12-09T05:54:11.298" v="1543" actId="20577"/>
        <pc:sldMkLst>
          <pc:docMk/>
          <pc:sldMk cId="369933609" sldId="262"/>
        </pc:sldMkLst>
        <pc:spChg chg="mod">
          <ac:chgData name="ליאור סבא" userId="e1cd7a83edcf4a9e" providerId="LiveId" clId="{3E3B6D48-6E1D-4956-A5E9-0F1D79620D58}" dt="2022-12-09T05:54:11.298" v="1543" actId="20577"/>
          <ac:spMkLst>
            <pc:docMk/>
            <pc:sldMk cId="369933609" sldId="262"/>
            <ac:spMk id="2" creationId="{DB8B83FC-C65E-C308-EE4C-C77753F99757}"/>
          </ac:spMkLst>
        </pc:spChg>
        <pc:spChg chg="mod">
          <ac:chgData name="ליאור סבא" userId="e1cd7a83edcf4a9e" providerId="LiveId" clId="{3E3B6D48-6E1D-4956-A5E9-0F1D79620D58}" dt="2022-12-08T12:08:39.817" v="446" actId="20577"/>
          <ac:spMkLst>
            <pc:docMk/>
            <pc:sldMk cId="369933609" sldId="262"/>
            <ac:spMk id="3" creationId="{791A92E4-35B4-FF05-22AE-588F1E3F991D}"/>
          </ac:spMkLst>
        </pc:spChg>
        <pc:spChg chg="add mod">
          <ac:chgData name="ליאור סבא" userId="e1cd7a83edcf4a9e" providerId="LiveId" clId="{3E3B6D48-6E1D-4956-A5E9-0F1D79620D58}" dt="2022-12-08T12:11:27.517" v="575" actId="207"/>
          <ac:spMkLst>
            <pc:docMk/>
            <pc:sldMk cId="369933609" sldId="262"/>
            <ac:spMk id="4" creationId="{C54F499B-B691-3299-1310-22547DA3CAAF}"/>
          </ac:spMkLst>
        </pc:spChg>
        <pc:spChg chg="add mod">
          <ac:chgData name="ליאור סבא" userId="e1cd7a83edcf4a9e" providerId="LiveId" clId="{3E3B6D48-6E1D-4956-A5E9-0F1D79620D58}" dt="2022-12-08T12:12:03.858" v="623" actId="20577"/>
          <ac:spMkLst>
            <pc:docMk/>
            <pc:sldMk cId="369933609" sldId="262"/>
            <ac:spMk id="5" creationId="{7F7B97E2-28B8-353A-6D84-79DC22B9AD26}"/>
          </ac:spMkLst>
        </pc:spChg>
        <pc:spChg chg="add mod">
          <ac:chgData name="ליאור סבא" userId="e1cd7a83edcf4a9e" providerId="LiveId" clId="{3E3B6D48-6E1D-4956-A5E9-0F1D79620D58}" dt="2022-12-08T12:12:08.501" v="626" actId="20577"/>
          <ac:spMkLst>
            <pc:docMk/>
            <pc:sldMk cId="369933609" sldId="262"/>
            <ac:spMk id="6" creationId="{2F4B96B6-8D31-6DC8-6734-1A58E314D248}"/>
          </ac:spMkLst>
        </pc:spChg>
        <pc:spChg chg="add del mod">
          <ac:chgData name="ליאור סבא" userId="e1cd7a83edcf4a9e" providerId="LiveId" clId="{3E3B6D48-6E1D-4956-A5E9-0F1D79620D58}" dt="2022-12-08T12:11:49.341" v="596" actId="478"/>
          <ac:spMkLst>
            <pc:docMk/>
            <pc:sldMk cId="369933609" sldId="262"/>
            <ac:spMk id="7" creationId="{928DB0ED-7728-1BDD-0AF9-752CDC72A2F6}"/>
          </ac:spMkLst>
        </pc:spChg>
      </pc:sldChg>
      <pc:sldChg chg="addSp delSp modSp add mod">
        <pc:chgData name="ליאור סבא" userId="e1cd7a83edcf4a9e" providerId="LiveId" clId="{3E3B6D48-6E1D-4956-A5E9-0F1D79620D58}" dt="2022-12-09T05:57:47.201" v="1742" actId="207"/>
        <pc:sldMkLst>
          <pc:docMk/>
          <pc:sldMk cId="2843022708" sldId="263"/>
        </pc:sldMkLst>
        <pc:spChg chg="mod">
          <ac:chgData name="ליאור סבא" userId="e1cd7a83edcf4a9e" providerId="LiveId" clId="{3E3B6D48-6E1D-4956-A5E9-0F1D79620D58}" dt="2022-12-09T05:57:47.201" v="1742" actId="207"/>
          <ac:spMkLst>
            <pc:docMk/>
            <pc:sldMk cId="2843022708" sldId="263"/>
            <ac:spMk id="2" creationId="{DB8B83FC-C65E-C308-EE4C-C77753F99757}"/>
          </ac:spMkLst>
        </pc:spChg>
        <pc:spChg chg="mod">
          <ac:chgData name="ליאור סבא" userId="e1cd7a83edcf4a9e" providerId="LiveId" clId="{3E3B6D48-6E1D-4956-A5E9-0F1D79620D58}" dt="2022-12-08T12:16:26.633" v="702" actId="20577"/>
          <ac:spMkLst>
            <pc:docMk/>
            <pc:sldMk cId="2843022708" sldId="263"/>
            <ac:spMk id="3" creationId="{791A92E4-35B4-FF05-22AE-588F1E3F991D}"/>
          </ac:spMkLst>
        </pc:spChg>
        <pc:spChg chg="del">
          <ac:chgData name="ליאור סבא" userId="e1cd7a83edcf4a9e" providerId="LiveId" clId="{3E3B6D48-6E1D-4956-A5E9-0F1D79620D58}" dt="2022-12-08T12:13:37.646" v="628" actId="478"/>
          <ac:spMkLst>
            <pc:docMk/>
            <pc:sldMk cId="2843022708" sldId="263"/>
            <ac:spMk id="4" creationId="{C54F499B-B691-3299-1310-22547DA3CAAF}"/>
          </ac:spMkLst>
        </pc:spChg>
        <pc:spChg chg="del">
          <ac:chgData name="ליאור סבא" userId="e1cd7a83edcf4a9e" providerId="LiveId" clId="{3E3B6D48-6E1D-4956-A5E9-0F1D79620D58}" dt="2022-12-08T12:13:38.100" v="629" actId="478"/>
          <ac:spMkLst>
            <pc:docMk/>
            <pc:sldMk cId="2843022708" sldId="263"/>
            <ac:spMk id="5" creationId="{7F7B97E2-28B8-353A-6D84-79DC22B9AD26}"/>
          </ac:spMkLst>
        </pc:spChg>
        <pc:spChg chg="del mod">
          <ac:chgData name="ליאור סבא" userId="e1cd7a83edcf4a9e" providerId="LiveId" clId="{3E3B6D48-6E1D-4956-A5E9-0F1D79620D58}" dt="2022-12-08T12:13:41.402" v="631" actId="478"/>
          <ac:spMkLst>
            <pc:docMk/>
            <pc:sldMk cId="2843022708" sldId="263"/>
            <ac:spMk id="6" creationId="{2F4B96B6-8D31-6DC8-6734-1A58E314D248}"/>
          </ac:spMkLst>
        </pc:spChg>
        <pc:spChg chg="add mod">
          <ac:chgData name="ליאור סבא" userId="e1cd7a83edcf4a9e" providerId="LiveId" clId="{3E3B6D48-6E1D-4956-A5E9-0F1D79620D58}" dt="2022-12-08T12:16:22.954" v="701" actId="404"/>
          <ac:spMkLst>
            <pc:docMk/>
            <pc:sldMk cId="2843022708" sldId="263"/>
            <ac:spMk id="7" creationId="{347349F2-437C-E406-6C44-331F6018B48B}"/>
          </ac:spMkLst>
        </pc:spChg>
        <pc:spChg chg="add del mod">
          <ac:chgData name="ליאור סבא" userId="e1cd7a83edcf4a9e" providerId="LiveId" clId="{3E3B6D48-6E1D-4956-A5E9-0F1D79620D58}" dt="2022-12-08T12:14:16.531" v="642" actId="478"/>
          <ac:spMkLst>
            <pc:docMk/>
            <pc:sldMk cId="2843022708" sldId="263"/>
            <ac:spMk id="8" creationId="{8ADE6247-9311-0DFF-ECD7-482B97AE939F}"/>
          </ac:spMkLst>
        </pc:spChg>
        <pc:spChg chg="add mod">
          <ac:chgData name="ליאור סבא" userId="e1cd7a83edcf4a9e" providerId="LiveId" clId="{3E3B6D48-6E1D-4956-A5E9-0F1D79620D58}" dt="2022-12-08T12:16:35.273" v="703" actId="20577"/>
          <ac:spMkLst>
            <pc:docMk/>
            <pc:sldMk cId="2843022708" sldId="263"/>
            <ac:spMk id="9" creationId="{4D612A4E-EFE1-12A9-A96D-48738EB8CD06}"/>
          </ac:spMkLst>
        </pc:spChg>
        <pc:spChg chg="add mod">
          <ac:chgData name="ליאור סבא" userId="e1cd7a83edcf4a9e" providerId="LiveId" clId="{3E3B6D48-6E1D-4956-A5E9-0F1D79620D58}" dt="2022-12-08T12:16:36.516" v="704" actId="20577"/>
          <ac:spMkLst>
            <pc:docMk/>
            <pc:sldMk cId="2843022708" sldId="263"/>
            <ac:spMk id="10" creationId="{4F3AE6E4-B290-B107-F918-F30990B0B3F0}"/>
          </ac:spMkLst>
        </pc:spChg>
        <pc:spChg chg="add mod">
          <ac:chgData name="ליאור סבא" userId="e1cd7a83edcf4a9e" providerId="LiveId" clId="{3E3B6D48-6E1D-4956-A5E9-0F1D79620D58}" dt="2022-12-08T12:16:50.512" v="721" actId="20577"/>
          <ac:spMkLst>
            <pc:docMk/>
            <pc:sldMk cId="2843022708" sldId="263"/>
            <ac:spMk id="11" creationId="{27B13A02-2C64-C112-6E1D-AC388B125664}"/>
          </ac:spMkLst>
        </pc:spChg>
        <pc:spChg chg="add mod">
          <ac:chgData name="ליאור סבא" userId="e1cd7a83edcf4a9e" providerId="LiveId" clId="{3E3B6D48-6E1D-4956-A5E9-0F1D79620D58}" dt="2022-12-08T12:16:52.052" v="722" actId="20577"/>
          <ac:spMkLst>
            <pc:docMk/>
            <pc:sldMk cId="2843022708" sldId="263"/>
            <ac:spMk id="12" creationId="{57541099-9425-2ED8-963C-F1319079C587}"/>
          </ac:spMkLst>
        </pc:spChg>
        <pc:spChg chg="add mod">
          <ac:chgData name="ליאור סבא" userId="e1cd7a83edcf4a9e" providerId="LiveId" clId="{3E3B6D48-6E1D-4956-A5E9-0F1D79620D58}" dt="2022-12-08T12:16:57.487" v="725" actId="20577"/>
          <ac:spMkLst>
            <pc:docMk/>
            <pc:sldMk cId="2843022708" sldId="263"/>
            <ac:spMk id="13" creationId="{02686313-3769-EB82-A727-3F470110B44E}"/>
          </ac:spMkLst>
        </pc:spChg>
        <pc:spChg chg="add mod">
          <ac:chgData name="ליאור סבא" userId="e1cd7a83edcf4a9e" providerId="LiveId" clId="{3E3B6D48-6E1D-4956-A5E9-0F1D79620D58}" dt="2022-12-08T12:16:59.054" v="726" actId="20577"/>
          <ac:spMkLst>
            <pc:docMk/>
            <pc:sldMk cId="2843022708" sldId="263"/>
            <ac:spMk id="14" creationId="{72E9EBAB-FEB3-793E-D62E-A71C6F345515}"/>
          </ac:spMkLst>
        </pc:spChg>
        <pc:cxnChg chg="add mod ord">
          <ac:chgData name="ליאור סבא" userId="e1cd7a83edcf4a9e" providerId="LiveId" clId="{3E3B6D48-6E1D-4956-A5E9-0F1D79620D58}" dt="2022-12-08T12:15:40.094" v="666" actId="167"/>
          <ac:cxnSpMkLst>
            <pc:docMk/>
            <pc:sldMk cId="2843022708" sldId="263"/>
            <ac:cxnSpMk id="15" creationId="{6AE715F0-5821-CC16-54A8-4DDE55A202E2}"/>
          </ac:cxnSpMkLst>
        </pc:cxnChg>
        <pc:cxnChg chg="add mod">
          <ac:chgData name="ליאור סבא" userId="e1cd7a83edcf4a9e" providerId="LiveId" clId="{3E3B6D48-6E1D-4956-A5E9-0F1D79620D58}" dt="2022-12-08T12:15:45.769" v="669" actId="14100"/>
          <ac:cxnSpMkLst>
            <pc:docMk/>
            <pc:sldMk cId="2843022708" sldId="263"/>
            <ac:cxnSpMk id="18" creationId="{E1D6E5A2-CDF9-5D82-4ADE-054F19F0F08C}"/>
          </ac:cxnSpMkLst>
        </pc:cxnChg>
        <pc:cxnChg chg="add mod">
          <ac:chgData name="ליאור סבא" userId="e1cd7a83edcf4a9e" providerId="LiveId" clId="{3E3B6D48-6E1D-4956-A5E9-0F1D79620D58}" dt="2022-12-08T12:15:59.888" v="678" actId="14100"/>
          <ac:cxnSpMkLst>
            <pc:docMk/>
            <pc:sldMk cId="2843022708" sldId="263"/>
            <ac:cxnSpMk id="21" creationId="{2D83A80E-C670-CA84-D878-4920D240842C}"/>
          </ac:cxnSpMkLst>
        </pc:cxnChg>
        <pc:cxnChg chg="add mod">
          <ac:chgData name="ליאור סבא" userId="e1cd7a83edcf4a9e" providerId="LiveId" clId="{3E3B6D48-6E1D-4956-A5E9-0F1D79620D58}" dt="2022-12-08T12:16:01.407" v="679" actId="14100"/>
          <ac:cxnSpMkLst>
            <pc:docMk/>
            <pc:sldMk cId="2843022708" sldId="263"/>
            <ac:cxnSpMk id="22" creationId="{ABB28377-0141-2817-487F-B3FB3E4E9B4E}"/>
          </ac:cxnSpMkLst>
        </pc:cxnChg>
        <pc:cxnChg chg="add mod">
          <ac:chgData name="ליאור סבא" userId="e1cd7a83edcf4a9e" providerId="LiveId" clId="{3E3B6D48-6E1D-4956-A5E9-0F1D79620D58}" dt="2022-12-08T12:16:04.107" v="680" actId="14100"/>
          <ac:cxnSpMkLst>
            <pc:docMk/>
            <pc:sldMk cId="2843022708" sldId="263"/>
            <ac:cxnSpMk id="23" creationId="{1B4F141D-8690-1983-19C3-1674D425E448}"/>
          </ac:cxnSpMkLst>
        </pc:cxnChg>
        <pc:cxnChg chg="add mod">
          <ac:chgData name="ליאור סבא" userId="e1cd7a83edcf4a9e" providerId="LiveId" clId="{3E3B6D48-6E1D-4956-A5E9-0F1D79620D58}" dt="2022-12-08T12:16:06.762" v="681" actId="14100"/>
          <ac:cxnSpMkLst>
            <pc:docMk/>
            <pc:sldMk cId="2843022708" sldId="263"/>
            <ac:cxnSpMk id="24" creationId="{893568C9-A3D5-3489-D446-C372430FA781}"/>
          </ac:cxnSpMkLst>
        </pc:cxnChg>
      </pc:sldChg>
      <pc:sldChg chg="addSp delSp modSp new del mod">
        <pc:chgData name="ליאור סבא" userId="e1cd7a83edcf4a9e" providerId="LiveId" clId="{3E3B6D48-6E1D-4956-A5E9-0F1D79620D58}" dt="2022-12-09T06:02:30.697" v="1783" actId="47"/>
        <pc:sldMkLst>
          <pc:docMk/>
          <pc:sldMk cId="2246269568" sldId="264"/>
        </pc:sldMkLst>
        <pc:spChg chg="del mod">
          <ac:chgData name="ליאור סבא" userId="e1cd7a83edcf4a9e" providerId="LiveId" clId="{3E3B6D48-6E1D-4956-A5E9-0F1D79620D58}" dt="2022-12-09T05:59:04.962" v="1754" actId="478"/>
          <ac:spMkLst>
            <pc:docMk/>
            <pc:sldMk cId="2246269568" sldId="264"/>
            <ac:spMk id="2" creationId="{FB3449FA-64F4-81C1-0616-75C14C73A2C5}"/>
          </ac:spMkLst>
        </pc:spChg>
        <pc:spChg chg="mod">
          <ac:chgData name="ליאור סבא" userId="e1cd7a83edcf4a9e" providerId="LiveId" clId="{3E3B6D48-6E1D-4956-A5E9-0F1D79620D58}" dt="2022-12-09T05:59:41.279" v="1760" actId="113"/>
          <ac:spMkLst>
            <pc:docMk/>
            <pc:sldMk cId="2246269568" sldId="264"/>
            <ac:spMk id="3" creationId="{17DFAD76-7CDF-7A62-6613-18CD9E33145B}"/>
          </ac:spMkLst>
        </pc:spChg>
        <pc:spChg chg="add del mod">
          <ac:chgData name="ליאור סבא" userId="e1cd7a83edcf4a9e" providerId="LiveId" clId="{3E3B6D48-6E1D-4956-A5E9-0F1D79620D58}" dt="2022-12-09T05:59:06.549" v="1755" actId="478"/>
          <ac:spMkLst>
            <pc:docMk/>
            <pc:sldMk cId="2246269568" sldId="264"/>
            <ac:spMk id="5" creationId="{762C3940-ED51-5453-627F-2FE65D104889}"/>
          </ac:spMkLst>
        </pc:spChg>
      </pc:sldChg>
      <pc:sldMasterChg chg="delSldLayout">
        <pc:chgData name="ליאור סבא" userId="e1cd7a83edcf4a9e" providerId="LiveId" clId="{3E3B6D48-6E1D-4956-A5E9-0F1D79620D58}" dt="2022-12-09T06:02:30.697" v="1783" actId="47"/>
        <pc:sldMasterMkLst>
          <pc:docMk/>
          <pc:sldMasterMk cId="2619641455" sldId="2147483660"/>
        </pc:sldMasterMkLst>
        <pc:sldLayoutChg chg="del">
          <pc:chgData name="ליאור סבא" userId="e1cd7a83edcf4a9e" providerId="LiveId" clId="{3E3B6D48-6E1D-4956-A5E9-0F1D79620D58}" dt="2022-12-09T06:02:30.697" v="1783" actId="47"/>
          <pc:sldLayoutMkLst>
            <pc:docMk/>
            <pc:sldMasterMk cId="2619641455" sldId="2147483660"/>
            <pc:sldLayoutMk cId="3265875189" sldId="2147483670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stories.freepik.com/" TargetMode="External"/><Relationship Id="rId4" Type="http://schemas.openxmlformats.org/officeDocument/2006/relationships/hyperlink" Target="https://www.freepik.com/" TargetMode="Externa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6998208" y="2670048"/>
            <a:ext cx="4352400" cy="238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6998208" y="4962144"/>
            <a:ext cx="4352400" cy="11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37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37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37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37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37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37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37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37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37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7769400" y="601733"/>
            <a:ext cx="2230000" cy="16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10017233" y="610467"/>
            <a:ext cx="1106000" cy="99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11131967" y="-8833"/>
            <a:ext cx="1062000" cy="15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10752367" y="1183800"/>
            <a:ext cx="775733" cy="776467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9804067" y="421701"/>
            <a:ext cx="389367" cy="390100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7587440" y="567744"/>
            <a:ext cx="384819" cy="384449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" name="Google Shape;26;p2"/>
          <p:cNvSpPr/>
          <p:nvPr/>
        </p:nvSpPr>
        <p:spPr>
          <a:xfrm>
            <a:off x="7584434" y="564367"/>
            <a:ext cx="390815" cy="391184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" name="Google Shape;27;p2"/>
          <p:cNvSpPr/>
          <p:nvPr/>
        </p:nvSpPr>
        <p:spPr>
          <a:xfrm>
            <a:off x="7636092" y="616413"/>
            <a:ext cx="287501" cy="287116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" name="Google Shape;28;p2"/>
          <p:cNvSpPr/>
          <p:nvPr/>
        </p:nvSpPr>
        <p:spPr>
          <a:xfrm>
            <a:off x="7633104" y="613036"/>
            <a:ext cx="293497" cy="293867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" name="Google Shape;29;p2"/>
          <p:cNvSpPr/>
          <p:nvPr/>
        </p:nvSpPr>
        <p:spPr>
          <a:xfrm>
            <a:off x="7688877" y="669180"/>
            <a:ext cx="181569" cy="181569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" name="Google Shape;30;p2"/>
          <p:cNvSpPr/>
          <p:nvPr/>
        </p:nvSpPr>
        <p:spPr>
          <a:xfrm>
            <a:off x="7685887" y="666190"/>
            <a:ext cx="187935" cy="187565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1" name="Google Shape;31;p2"/>
          <p:cNvGrpSpPr/>
          <p:nvPr/>
        </p:nvGrpSpPr>
        <p:grpSpPr>
          <a:xfrm>
            <a:off x="7257800" y="385700"/>
            <a:ext cx="233351" cy="36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11320067" y="227833"/>
            <a:ext cx="233351" cy="36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10758334" y="2109067"/>
            <a:ext cx="233351" cy="36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157381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843532" y="951004"/>
            <a:ext cx="6504936" cy="4956005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3962400" y="2974848"/>
            <a:ext cx="4267200" cy="107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title" idx="2" hasCustomPrompt="1"/>
          </p:nvPr>
        </p:nvSpPr>
        <p:spPr>
          <a:xfrm>
            <a:off x="3962400" y="1548384"/>
            <a:ext cx="3956800" cy="142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/>
          </p:nvPr>
        </p:nvSpPr>
        <p:spPr>
          <a:xfrm>
            <a:off x="3964300" y="3998976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577134" y="0"/>
            <a:ext cx="11037733" cy="68876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176143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subTitle" idx="1"/>
          </p:nvPr>
        </p:nvSpPr>
        <p:spPr>
          <a:xfrm>
            <a:off x="2889504" y="4072128"/>
            <a:ext cx="6412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11" name="Google Shape;111;p4"/>
          <p:cNvGrpSpPr/>
          <p:nvPr/>
        </p:nvGrpSpPr>
        <p:grpSpPr>
          <a:xfrm>
            <a:off x="5979326" y="5910667"/>
            <a:ext cx="233351" cy="36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2889504" y="3304032"/>
            <a:ext cx="64128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16" name="Google Shape;116;p4"/>
          <p:cNvGrpSpPr/>
          <p:nvPr/>
        </p:nvGrpSpPr>
        <p:grpSpPr>
          <a:xfrm>
            <a:off x="577134" y="0"/>
            <a:ext cx="11037733" cy="68876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975965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>
            <a:spLocks noGrp="1"/>
          </p:cNvSpPr>
          <p:nvPr>
            <p:ph type="title"/>
          </p:nvPr>
        </p:nvSpPr>
        <p:spPr>
          <a:xfrm>
            <a:off x="2410228" y="451100"/>
            <a:ext cx="7371600" cy="8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subTitle" idx="1"/>
          </p:nvPr>
        </p:nvSpPr>
        <p:spPr>
          <a:xfrm>
            <a:off x="6608064" y="3377184"/>
            <a:ext cx="2779600" cy="1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subTitle" idx="2"/>
          </p:nvPr>
        </p:nvSpPr>
        <p:spPr>
          <a:xfrm>
            <a:off x="2791968" y="3377184"/>
            <a:ext cx="2779600" cy="1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subTitle" idx="3"/>
          </p:nvPr>
        </p:nvSpPr>
        <p:spPr>
          <a:xfrm>
            <a:off x="6608064" y="2962656"/>
            <a:ext cx="27796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5"/>
          <p:cNvSpPr txBox="1">
            <a:spLocks noGrp="1"/>
          </p:cNvSpPr>
          <p:nvPr>
            <p:ph type="subTitle" idx="4"/>
          </p:nvPr>
        </p:nvSpPr>
        <p:spPr>
          <a:xfrm>
            <a:off x="2791968" y="2938272"/>
            <a:ext cx="2779600" cy="4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5"/>
          <p:cNvSpPr txBox="1">
            <a:spLocks noGrp="1"/>
          </p:cNvSpPr>
          <p:nvPr>
            <p:ph type="title" idx="5" hasCustomPrompt="1"/>
          </p:nvPr>
        </p:nvSpPr>
        <p:spPr>
          <a:xfrm>
            <a:off x="3706368" y="2170176"/>
            <a:ext cx="9632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82" name="Google Shape;182;p5"/>
          <p:cNvSpPr txBox="1">
            <a:spLocks noGrp="1"/>
          </p:cNvSpPr>
          <p:nvPr>
            <p:ph type="title" idx="6" hasCustomPrompt="1"/>
          </p:nvPr>
        </p:nvSpPr>
        <p:spPr>
          <a:xfrm>
            <a:off x="7522464" y="2170176"/>
            <a:ext cx="9632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grpSp>
        <p:nvGrpSpPr>
          <p:cNvPr id="183" name="Google Shape;183;p5"/>
          <p:cNvGrpSpPr/>
          <p:nvPr/>
        </p:nvGrpSpPr>
        <p:grpSpPr>
          <a:xfrm>
            <a:off x="577134" y="0"/>
            <a:ext cx="11037733" cy="6887600"/>
            <a:chOff x="432850" y="0"/>
            <a:chExt cx="8278300" cy="5165700"/>
          </a:xfrm>
        </p:grpSpPr>
        <p:cxnSp>
          <p:nvCxnSpPr>
            <p:cNvPr id="184" name="Google Shape;184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85" name="Google Shape;185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92" name="Google Shape;192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cxnSp>
          <p:nvCxnSpPr>
            <p:cNvPr id="202" name="Google Shape;202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16" name="Google Shape;216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cxnSp>
          <p:nvCxnSpPr>
            <p:cNvPr id="236" name="Google Shape;236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8" name="Google Shape;238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9995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>
            <a:spLocks noGrp="1"/>
          </p:cNvSpPr>
          <p:nvPr>
            <p:ph type="title"/>
          </p:nvPr>
        </p:nvSpPr>
        <p:spPr>
          <a:xfrm>
            <a:off x="2431300" y="451104"/>
            <a:ext cx="7329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44" name="Google Shape;244;p6"/>
          <p:cNvGrpSpPr/>
          <p:nvPr/>
        </p:nvGrpSpPr>
        <p:grpSpPr>
          <a:xfrm>
            <a:off x="577134" y="0"/>
            <a:ext cx="11037733" cy="68876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635895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>
            <a:spLocks noGrp="1"/>
          </p:cNvSpPr>
          <p:nvPr>
            <p:ph type="subTitle" idx="1"/>
          </p:nvPr>
        </p:nvSpPr>
        <p:spPr>
          <a:xfrm>
            <a:off x="1072896" y="2645664"/>
            <a:ext cx="4389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5" name="Google Shape;305;p7"/>
          <p:cNvSpPr txBox="1">
            <a:spLocks noGrp="1"/>
          </p:cNvSpPr>
          <p:nvPr>
            <p:ph type="title"/>
          </p:nvPr>
        </p:nvSpPr>
        <p:spPr>
          <a:xfrm>
            <a:off x="1072896" y="4425696"/>
            <a:ext cx="4389200" cy="53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306" name="Google Shape;306;p7"/>
          <p:cNvCxnSpPr/>
          <p:nvPr/>
        </p:nvCxnSpPr>
        <p:spPr>
          <a:xfrm>
            <a:off x="2194567" y="697500"/>
            <a:ext cx="2230000" cy="16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7"/>
          <p:cNvCxnSpPr/>
          <p:nvPr/>
        </p:nvCxnSpPr>
        <p:spPr>
          <a:xfrm rot="10800000" flipH="1">
            <a:off x="1070733" y="706233"/>
            <a:ext cx="1106000" cy="99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86933"/>
            <a:ext cx="1062000" cy="15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665867" y="1279567"/>
            <a:ext cx="775733" cy="776467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2000534" y="517467"/>
            <a:ext cx="389367" cy="390100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4221708" y="663510"/>
            <a:ext cx="384819" cy="384449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2" name="Google Shape;322;p7"/>
          <p:cNvSpPr/>
          <p:nvPr/>
        </p:nvSpPr>
        <p:spPr>
          <a:xfrm flipH="1">
            <a:off x="4218719" y="660133"/>
            <a:ext cx="390815" cy="391184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3" name="Google Shape;323;p7"/>
          <p:cNvSpPr/>
          <p:nvPr/>
        </p:nvSpPr>
        <p:spPr>
          <a:xfrm flipH="1">
            <a:off x="4270374" y="712179"/>
            <a:ext cx="287501" cy="287116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4" name="Google Shape;324;p7"/>
          <p:cNvSpPr/>
          <p:nvPr/>
        </p:nvSpPr>
        <p:spPr>
          <a:xfrm flipH="1">
            <a:off x="4267368" y="708803"/>
            <a:ext cx="293497" cy="293867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5" name="Google Shape;325;p7"/>
          <p:cNvSpPr/>
          <p:nvPr/>
        </p:nvSpPr>
        <p:spPr>
          <a:xfrm flipH="1">
            <a:off x="4323522" y="764946"/>
            <a:ext cx="181569" cy="181569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6" name="Google Shape;326;p7"/>
          <p:cNvSpPr/>
          <p:nvPr/>
        </p:nvSpPr>
        <p:spPr>
          <a:xfrm flipH="1">
            <a:off x="4320146" y="761956"/>
            <a:ext cx="187935" cy="187565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4702817" y="481467"/>
            <a:ext cx="233351" cy="36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640550" y="323600"/>
            <a:ext cx="233351" cy="36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1202283" y="2204833"/>
            <a:ext cx="233351" cy="36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1055200" y="5616533"/>
            <a:ext cx="1542800" cy="72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7"/>
          <p:cNvCxnSpPr/>
          <p:nvPr/>
        </p:nvCxnSpPr>
        <p:spPr>
          <a:xfrm rot="10800000" flipH="1">
            <a:off x="0" y="5627233"/>
            <a:ext cx="1055200" cy="1115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665867" y="5254567"/>
            <a:ext cx="775733" cy="776467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2426101" y="6115667"/>
            <a:ext cx="389367" cy="390100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83367" y="6194067"/>
            <a:ext cx="233333" cy="233333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640550" y="6469767"/>
            <a:ext cx="233351" cy="36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405483" y="5198133"/>
            <a:ext cx="233351" cy="36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596989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799502" y="797889"/>
            <a:ext cx="8604973" cy="4841515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70" name="Google Shape;370;p8"/>
          <p:cNvSpPr txBox="1">
            <a:spLocks noGrp="1"/>
          </p:cNvSpPr>
          <p:nvPr>
            <p:ph type="title"/>
          </p:nvPr>
        </p:nvSpPr>
        <p:spPr>
          <a:xfrm>
            <a:off x="3499104" y="2161004"/>
            <a:ext cx="5206000" cy="253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733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371" name="Google Shape;371;p8"/>
          <p:cNvGrpSpPr/>
          <p:nvPr/>
        </p:nvGrpSpPr>
        <p:grpSpPr>
          <a:xfrm>
            <a:off x="-9156" y="-8833"/>
            <a:ext cx="12203123" cy="6802733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8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22071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1194816" y="2718816"/>
            <a:ext cx="4754800" cy="18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6532200" y="1095800"/>
            <a:ext cx="4128000" cy="4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41" name="Google Shape;441;p9"/>
          <p:cNvCxnSpPr/>
          <p:nvPr/>
        </p:nvCxnSpPr>
        <p:spPr>
          <a:xfrm>
            <a:off x="2194567" y="697500"/>
            <a:ext cx="2230000" cy="16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1070733" y="706233"/>
            <a:ext cx="1106000" cy="99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86933"/>
            <a:ext cx="1062000" cy="15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665867" y="1279567"/>
            <a:ext cx="775733" cy="776467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2000534" y="517467"/>
            <a:ext cx="389367" cy="390100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4221708" y="663510"/>
            <a:ext cx="384819" cy="384449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7" name="Google Shape;457;p9"/>
          <p:cNvSpPr/>
          <p:nvPr/>
        </p:nvSpPr>
        <p:spPr>
          <a:xfrm flipH="1">
            <a:off x="4218719" y="660133"/>
            <a:ext cx="390815" cy="391184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8" name="Google Shape;458;p9"/>
          <p:cNvSpPr/>
          <p:nvPr/>
        </p:nvSpPr>
        <p:spPr>
          <a:xfrm flipH="1">
            <a:off x="4270374" y="712179"/>
            <a:ext cx="287501" cy="287116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9" name="Google Shape;459;p9"/>
          <p:cNvSpPr/>
          <p:nvPr/>
        </p:nvSpPr>
        <p:spPr>
          <a:xfrm flipH="1">
            <a:off x="4267368" y="708803"/>
            <a:ext cx="293497" cy="293867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60" name="Google Shape;460;p9"/>
          <p:cNvSpPr/>
          <p:nvPr/>
        </p:nvSpPr>
        <p:spPr>
          <a:xfrm flipH="1">
            <a:off x="4323522" y="764946"/>
            <a:ext cx="181569" cy="181569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61" name="Google Shape;461;p9"/>
          <p:cNvSpPr/>
          <p:nvPr/>
        </p:nvSpPr>
        <p:spPr>
          <a:xfrm flipH="1">
            <a:off x="4320146" y="761956"/>
            <a:ext cx="187935" cy="187565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4702817" y="481467"/>
            <a:ext cx="233351" cy="36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640550" y="323600"/>
            <a:ext cx="233351" cy="36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1202283" y="2204833"/>
            <a:ext cx="233351" cy="36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1055200" y="5616533"/>
            <a:ext cx="1542800" cy="72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5627233"/>
            <a:ext cx="1055200" cy="1115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665867" y="5254567"/>
            <a:ext cx="775733" cy="776467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2426101" y="6115667"/>
            <a:ext cx="389367" cy="390100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83367" y="6194067"/>
            <a:ext cx="233333" cy="233333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640550" y="6469767"/>
            <a:ext cx="233351" cy="36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405483" y="5198133"/>
            <a:ext cx="233351" cy="36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24046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>
            <a:spLocks noGrp="1"/>
          </p:cNvSpPr>
          <p:nvPr>
            <p:ph type="body" idx="1"/>
          </p:nvPr>
        </p:nvSpPr>
        <p:spPr>
          <a:xfrm>
            <a:off x="1496067" y="2596896"/>
            <a:ext cx="3718400" cy="1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3" name="Google Shape;503;p10"/>
          <p:cNvSpPr txBox="1">
            <a:spLocks noGrp="1"/>
          </p:cNvSpPr>
          <p:nvPr>
            <p:ph type="title"/>
          </p:nvPr>
        </p:nvSpPr>
        <p:spPr>
          <a:xfrm>
            <a:off x="2800800" y="463296"/>
            <a:ext cx="6596000" cy="7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504" name="Google Shape;504;p10"/>
          <p:cNvCxnSpPr/>
          <p:nvPr/>
        </p:nvCxnSpPr>
        <p:spPr>
          <a:xfrm>
            <a:off x="787267" y="5787467"/>
            <a:ext cx="1617200" cy="56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5" name="Google Shape;505;p10"/>
          <p:cNvCxnSpPr/>
          <p:nvPr/>
        </p:nvCxnSpPr>
        <p:spPr>
          <a:xfrm rot="10800000" flipH="1">
            <a:off x="10633" y="5776800"/>
            <a:ext cx="776800" cy="87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575634" y="5578367"/>
            <a:ext cx="389367" cy="390100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2195619" y="6155433"/>
            <a:ext cx="390815" cy="391184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9595967" y="393467"/>
            <a:ext cx="1542800" cy="72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11138767" y="-8833"/>
            <a:ext cx="1055200" cy="1115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10752367" y="702567"/>
            <a:ext cx="775733" cy="776467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9378501" y="227834"/>
            <a:ext cx="389367" cy="390100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11677267" y="306200"/>
            <a:ext cx="233333" cy="233333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11320067" y="227833"/>
            <a:ext cx="233351" cy="36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10555134" y="1499467"/>
            <a:ext cx="233351" cy="36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62921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3843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>
            <a:spLocks noGrp="1"/>
          </p:cNvSpPr>
          <p:nvPr>
            <p:ph type="title"/>
          </p:nvPr>
        </p:nvSpPr>
        <p:spPr>
          <a:xfrm>
            <a:off x="7876032" y="475488"/>
            <a:ext cx="34868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25" name="Google Shape;625;p13"/>
          <p:cNvSpPr txBox="1">
            <a:spLocks noGrp="1"/>
          </p:cNvSpPr>
          <p:nvPr>
            <p:ph type="subTitle" idx="1"/>
          </p:nvPr>
        </p:nvSpPr>
        <p:spPr>
          <a:xfrm>
            <a:off x="2218944" y="573024"/>
            <a:ext cx="3486800" cy="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26" name="Google Shape;626;p13"/>
          <p:cNvSpPr txBox="1">
            <a:spLocks noGrp="1"/>
          </p:cNvSpPr>
          <p:nvPr>
            <p:ph type="subTitle" idx="2"/>
          </p:nvPr>
        </p:nvSpPr>
        <p:spPr>
          <a:xfrm>
            <a:off x="2218944" y="950976"/>
            <a:ext cx="34868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27" name="Google Shape;627;p13"/>
          <p:cNvSpPr txBox="1">
            <a:spLocks noGrp="1"/>
          </p:cNvSpPr>
          <p:nvPr>
            <p:ph type="subTitle" idx="3"/>
          </p:nvPr>
        </p:nvSpPr>
        <p:spPr>
          <a:xfrm>
            <a:off x="2218944" y="2011680"/>
            <a:ext cx="3486800" cy="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28" name="Google Shape;628;p13"/>
          <p:cNvSpPr txBox="1">
            <a:spLocks noGrp="1"/>
          </p:cNvSpPr>
          <p:nvPr>
            <p:ph type="subTitle" idx="4"/>
          </p:nvPr>
        </p:nvSpPr>
        <p:spPr>
          <a:xfrm>
            <a:off x="2218944" y="2389632"/>
            <a:ext cx="34868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29" name="Google Shape;629;p13"/>
          <p:cNvSpPr txBox="1">
            <a:spLocks noGrp="1"/>
          </p:cNvSpPr>
          <p:nvPr>
            <p:ph type="subTitle" idx="5"/>
          </p:nvPr>
        </p:nvSpPr>
        <p:spPr>
          <a:xfrm>
            <a:off x="2218944" y="3450336"/>
            <a:ext cx="3486800" cy="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30" name="Google Shape;630;p13"/>
          <p:cNvSpPr txBox="1">
            <a:spLocks noGrp="1"/>
          </p:cNvSpPr>
          <p:nvPr>
            <p:ph type="subTitle" idx="6"/>
          </p:nvPr>
        </p:nvSpPr>
        <p:spPr>
          <a:xfrm>
            <a:off x="2218944" y="3828288"/>
            <a:ext cx="34868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31" name="Google Shape;631;p13"/>
          <p:cNvSpPr txBox="1">
            <a:spLocks noGrp="1"/>
          </p:cNvSpPr>
          <p:nvPr>
            <p:ph type="subTitle" idx="7"/>
          </p:nvPr>
        </p:nvSpPr>
        <p:spPr>
          <a:xfrm>
            <a:off x="2218944" y="4888992"/>
            <a:ext cx="3486800" cy="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32" name="Google Shape;632;p13"/>
          <p:cNvSpPr txBox="1">
            <a:spLocks noGrp="1"/>
          </p:cNvSpPr>
          <p:nvPr>
            <p:ph type="subTitle" idx="8"/>
          </p:nvPr>
        </p:nvSpPr>
        <p:spPr>
          <a:xfrm>
            <a:off x="2218944" y="5266944"/>
            <a:ext cx="34868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33" name="Google Shape;633;p13"/>
          <p:cNvSpPr txBox="1">
            <a:spLocks noGrp="1"/>
          </p:cNvSpPr>
          <p:nvPr>
            <p:ph type="title" idx="9" hasCustomPrompt="1"/>
          </p:nvPr>
        </p:nvSpPr>
        <p:spPr>
          <a:xfrm>
            <a:off x="1085088" y="963168"/>
            <a:ext cx="609600" cy="46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>
            <a:spLocks noGrp="1"/>
          </p:cNvSpPr>
          <p:nvPr>
            <p:ph type="title" idx="13" hasCustomPrompt="1"/>
          </p:nvPr>
        </p:nvSpPr>
        <p:spPr>
          <a:xfrm>
            <a:off x="1085088" y="2401824"/>
            <a:ext cx="609600" cy="46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>
            <a:spLocks noGrp="1"/>
          </p:cNvSpPr>
          <p:nvPr>
            <p:ph type="title" idx="14" hasCustomPrompt="1"/>
          </p:nvPr>
        </p:nvSpPr>
        <p:spPr>
          <a:xfrm>
            <a:off x="1085088" y="3840480"/>
            <a:ext cx="609600" cy="46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>
            <a:spLocks noGrp="1"/>
          </p:cNvSpPr>
          <p:nvPr>
            <p:ph type="title" idx="15" hasCustomPrompt="1"/>
          </p:nvPr>
        </p:nvSpPr>
        <p:spPr>
          <a:xfrm>
            <a:off x="1085088" y="5279136"/>
            <a:ext cx="609600" cy="46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6612551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">
  <p:cSld name="Three columns of text"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>
            <a:spLocks noGrp="1"/>
          </p:cNvSpPr>
          <p:nvPr>
            <p:ph type="title"/>
          </p:nvPr>
        </p:nvSpPr>
        <p:spPr>
          <a:xfrm>
            <a:off x="2292096" y="451104"/>
            <a:ext cx="7437200" cy="7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39" name="Google Shape;639;p14"/>
          <p:cNvSpPr txBox="1">
            <a:spLocks noGrp="1"/>
          </p:cNvSpPr>
          <p:nvPr>
            <p:ph type="subTitle" idx="1"/>
          </p:nvPr>
        </p:nvSpPr>
        <p:spPr>
          <a:xfrm>
            <a:off x="4925568" y="3218688"/>
            <a:ext cx="2353200" cy="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40" name="Google Shape;640;p14"/>
          <p:cNvSpPr txBox="1">
            <a:spLocks noGrp="1"/>
          </p:cNvSpPr>
          <p:nvPr>
            <p:ph type="subTitle" idx="2"/>
          </p:nvPr>
        </p:nvSpPr>
        <p:spPr>
          <a:xfrm>
            <a:off x="1365504" y="3218688"/>
            <a:ext cx="2353200" cy="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41" name="Google Shape;641;p14"/>
          <p:cNvSpPr txBox="1">
            <a:spLocks noGrp="1"/>
          </p:cNvSpPr>
          <p:nvPr>
            <p:ph type="subTitle" idx="3"/>
          </p:nvPr>
        </p:nvSpPr>
        <p:spPr>
          <a:xfrm>
            <a:off x="8473440" y="3218688"/>
            <a:ext cx="2353200" cy="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42" name="Google Shape;642;p14"/>
          <p:cNvSpPr txBox="1">
            <a:spLocks noGrp="1"/>
          </p:cNvSpPr>
          <p:nvPr>
            <p:ph type="subTitle" idx="4"/>
          </p:nvPr>
        </p:nvSpPr>
        <p:spPr>
          <a:xfrm>
            <a:off x="4925568" y="3767328"/>
            <a:ext cx="2353200" cy="1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43" name="Google Shape;643;p14"/>
          <p:cNvSpPr txBox="1">
            <a:spLocks noGrp="1"/>
          </p:cNvSpPr>
          <p:nvPr>
            <p:ph type="subTitle" idx="5"/>
          </p:nvPr>
        </p:nvSpPr>
        <p:spPr>
          <a:xfrm>
            <a:off x="1365504" y="3767328"/>
            <a:ext cx="2353200" cy="1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44" name="Google Shape;644;p14"/>
          <p:cNvSpPr txBox="1">
            <a:spLocks noGrp="1"/>
          </p:cNvSpPr>
          <p:nvPr>
            <p:ph type="subTitle" idx="6"/>
          </p:nvPr>
        </p:nvSpPr>
        <p:spPr>
          <a:xfrm>
            <a:off x="8473440" y="3767328"/>
            <a:ext cx="2353200" cy="1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645" name="Google Shape;645;p14"/>
          <p:cNvGrpSpPr/>
          <p:nvPr/>
        </p:nvGrpSpPr>
        <p:grpSpPr>
          <a:xfrm>
            <a:off x="348948" y="-1544"/>
            <a:ext cx="11400435" cy="53088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631460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of text">
  <p:cSld name="Four columns of text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>
            <a:spLocks noGrp="1"/>
          </p:cNvSpPr>
          <p:nvPr>
            <p:ph type="title"/>
          </p:nvPr>
        </p:nvSpPr>
        <p:spPr>
          <a:xfrm>
            <a:off x="2091700" y="589800"/>
            <a:ext cx="8008400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67" name="Google Shape;667;p15"/>
          <p:cNvSpPr txBox="1">
            <a:spLocks noGrp="1"/>
          </p:cNvSpPr>
          <p:nvPr>
            <p:ph type="subTitle" idx="1"/>
          </p:nvPr>
        </p:nvSpPr>
        <p:spPr>
          <a:xfrm>
            <a:off x="2279904" y="2060448"/>
            <a:ext cx="25936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68" name="Google Shape;668;p15"/>
          <p:cNvSpPr txBox="1">
            <a:spLocks noGrp="1"/>
          </p:cNvSpPr>
          <p:nvPr>
            <p:ph type="subTitle" idx="2"/>
          </p:nvPr>
        </p:nvSpPr>
        <p:spPr>
          <a:xfrm>
            <a:off x="2279904" y="2584704"/>
            <a:ext cx="2593600" cy="10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69" name="Google Shape;669;p15"/>
          <p:cNvSpPr txBox="1">
            <a:spLocks noGrp="1"/>
          </p:cNvSpPr>
          <p:nvPr>
            <p:ph type="subTitle" idx="3"/>
          </p:nvPr>
        </p:nvSpPr>
        <p:spPr>
          <a:xfrm>
            <a:off x="7290816" y="2060448"/>
            <a:ext cx="25968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0" name="Google Shape;670;p15"/>
          <p:cNvSpPr txBox="1">
            <a:spLocks noGrp="1"/>
          </p:cNvSpPr>
          <p:nvPr>
            <p:ph type="subTitle" idx="4"/>
          </p:nvPr>
        </p:nvSpPr>
        <p:spPr>
          <a:xfrm>
            <a:off x="7290816" y="2584704"/>
            <a:ext cx="2596800" cy="10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1" name="Google Shape;671;p15"/>
          <p:cNvSpPr txBox="1">
            <a:spLocks noGrp="1"/>
          </p:cNvSpPr>
          <p:nvPr>
            <p:ph type="subTitle" idx="5"/>
          </p:nvPr>
        </p:nvSpPr>
        <p:spPr>
          <a:xfrm>
            <a:off x="3767328" y="4267200"/>
            <a:ext cx="25936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2" name="Google Shape;672;p15"/>
          <p:cNvSpPr txBox="1">
            <a:spLocks noGrp="1"/>
          </p:cNvSpPr>
          <p:nvPr>
            <p:ph type="subTitle" idx="6"/>
          </p:nvPr>
        </p:nvSpPr>
        <p:spPr>
          <a:xfrm>
            <a:off x="3767328" y="4791456"/>
            <a:ext cx="2593600" cy="10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3" name="Google Shape;673;p15"/>
          <p:cNvSpPr txBox="1">
            <a:spLocks noGrp="1"/>
          </p:cNvSpPr>
          <p:nvPr>
            <p:ph type="subTitle" idx="7"/>
          </p:nvPr>
        </p:nvSpPr>
        <p:spPr>
          <a:xfrm>
            <a:off x="8619744" y="4267200"/>
            <a:ext cx="2658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4" name="Google Shape;674;p15"/>
          <p:cNvSpPr txBox="1">
            <a:spLocks noGrp="1"/>
          </p:cNvSpPr>
          <p:nvPr>
            <p:ph type="subTitle" idx="8"/>
          </p:nvPr>
        </p:nvSpPr>
        <p:spPr>
          <a:xfrm>
            <a:off x="8619744" y="4791456"/>
            <a:ext cx="2658000" cy="10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675" name="Google Shape;675;p15"/>
          <p:cNvCxnSpPr/>
          <p:nvPr/>
        </p:nvCxnSpPr>
        <p:spPr>
          <a:xfrm rot="10800000">
            <a:off x="10812000" y="668367"/>
            <a:ext cx="983600" cy="98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776633" y="376251"/>
            <a:ext cx="1617200" cy="56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15"/>
          <p:cNvCxnSpPr/>
          <p:nvPr/>
        </p:nvCxnSpPr>
        <p:spPr>
          <a:xfrm rot="10800000" flipH="1">
            <a:off x="0" y="365584"/>
            <a:ext cx="776800" cy="87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565001" y="167151"/>
            <a:ext cx="389367" cy="390100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2184986" y="744217"/>
            <a:ext cx="390815" cy="391184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2122334" y="483467"/>
            <a:ext cx="233351" cy="36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10868433" y="9167"/>
            <a:ext cx="1336800" cy="659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10431834" y="269833"/>
            <a:ext cx="775733" cy="776467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11598201" y="1489985"/>
            <a:ext cx="389367" cy="390100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11571134" y="2109067"/>
            <a:ext cx="233351" cy="36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8421614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2">
  <p:cSld name="Three columns of text 2"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2" name="Google Shape;712;p16"/>
          <p:cNvCxnSpPr/>
          <p:nvPr/>
        </p:nvCxnSpPr>
        <p:spPr>
          <a:xfrm>
            <a:off x="787267" y="5787467"/>
            <a:ext cx="893600" cy="56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3" name="Google Shape;713;p16"/>
          <p:cNvSpPr txBox="1">
            <a:spLocks noGrp="1"/>
          </p:cNvSpPr>
          <p:nvPr>
            <p:ph type="title"/>
          </p:nvPr>
        </p:nvSpPr>
        <p:spPr>
          <a:xfrm>
            <a:off x="2944233" y="457033"/>
            <a:ext cx="6303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714" name="Google Shape;714;p16"/>
          <p:cNvCxnSpPr/>
          <p:nvPr/>
        </p:nvCxnSpPr>
        <p:spPr>
          <a:xfrm rot="10800000" flipH="1">
            <a:off x="0" y="5776733"/>
            <a:ext cx="787600" cy="885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15" name="Google Shape;715;p16"/>
          <p:cNvGrpSpPr/>
          <p:nvPr/>
        </p:nvGrpSpPr>
        <p:grpSpPr>
          <a:xfrm flipH="1">
            <a:off x="575634" y="5578367"/>
            <a:ext cx="389367" cy="390100"/>
            <a:chOff x="7353050" y="316275"/>
            <a:chExt cx="292025" cy="292575"/>
          </a:xfrm>
        </p:grpSpPr>
        <p:sp>
          <p:nvSpPr>
            <p:cNvPr id="716" name="Google Shape;716;p1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20" name="Google Shape;720;p16"/>
          <p:cNvGrpSpPr/>
          <p:nvPr/>
        </p:nvGrpSpPr>
        <p:grpSpPr>
          <a:xfrm>
            <a:off x="1434386" y="6139567"/>
            <a:ext cx="390815" cy="391184"/>
            <a:chOff x="3164039" y="430875"/>
            <a:chExt cx="293111" cy="293388"/>
          </a:xfrm>
        </p:grpSpPr>
        <p:sp>
          <p:nvSpPr>
            <p:cNvPr id="721" name="Google Shape;721;p1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2" name="Google Shape;722;p1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3" name="Google Shape;723;p1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4" name="Google Shape;724;p1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5" name="Google Shape;725;p1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6" name="Google Shape;726;p1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cxnSp>
        <p:nvCxnSpPr>
          <p:cNvPr id="727" name="Google Shape;727;p16"/>
          <p:cNvCxnSpPr/>
          <p:nvPr/>
        </p:nvCxnSpPr>
        <p:spPr>
          <a:xfrm rot="10800000">
            <a:off x="9595967" y="393467"/>
            <a:ext cx="1542800" cy="72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8" name="Google Shape;728;p16"/>
          <p:cNvCxnSpPr/>
          <p:nvPr/>
        </p:nvCxnSpPr>
        <p:spPr>
          <a:xfrm flipH="1">
            <a:off x="11138767" y="-8833"/>
            <a:ext cx="1055200" cy="1115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29" name="Google Shape;729;p16"/>
          <p:cNvGrpSpPr/>
          <p:nvPr/>
        </p:nvGrpSpPr>
        <p:grpSpPr>
          <a:xfrm>
            <a:off x="10752367" y="702567"/>
            <a:ext cx="775733" cy="776467"/>
            <a:chOff x="8064275" y="887850"/>
            <a:chExt cx="581800" cy="582350"/>
          </a:xfrm>
        </p:grpSpPr>
        <p:sp>
          <p:nvSpPr>
            <p:cNvPr id="730" name="Google Shape;730;p1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36" name="Google Shape;736;p16"/>
          <p:cNvGrpSpPr/>
          <p:nvPr/>
        </p:nvGrpSpPr>
        <p:grpSpPr>
          <a:xfrm>
            <a:off x="9378501" y="227834"/>
            <a:ext cx="389367" cy="390100"/>
            <a:chOff x="7353050" y="316275"/>
            <a:chExt cx="292025" cy="292575"/>
          </a:xfrm>
        </p:grpSpPr>
        <p:sp>
          <p:nvSpPr>
            <p:cNvPr id="737" name="Google Shape;737;p1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41" name="Google Shape;741;p16"/>
          <p:cNvGrpSpPr/>
          <p:nvPr/>
        </p:nvGrpSpPr>
        <p:grpSpPr>
          <a:xfrm>
            <a:off x="11677267" y="306200"/>
            <a:ext cx="233333" cy="233333"/>
            <a:chOff x="8792300" y="321275"/>
            <a:chExt cx="175000" cy="175000"/>
          </a:xfrm>
        </p:grpSpPr>
        <p:sp>
          <p:nvSpPr>
            <p:cNvPr id="742" name="Google Shape;742;p16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46" name="Google Shape;746;p16"/>
          <p:cNvGrpSpPr/>
          <p:nvPr/>
        </p:nvGrpSpPr>
        <p:grpSpPr>
          <a:xfrm>
            <a:off x="11320067" y="227833"/>
            <a:ext cx="233351" cy="36000"/>
            <a:chOff x="5662375" y="212375"/>
            <a:chExt cx="175013" cy="27000"/>
          </a:xfrm>
        </p:grpSpPr>
        <p:sp>
          <p:nvSpPr>
            <p:cNvPr id="747" name="Google Shape;747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50" name="Google Shape;750;p16"/>
          <p:cNvGrpSpPr/>
          <p:nvPr/>
        </p:nvGrpSpPr>
        <p:grpSpPr>
          <a:xfrm>
            <a:off x="10555134" y="1499467"/>
            <a:ext cx="233351" cy="36000"/>
            <a:chOff x="5662375" y="212375"/>
            <a:chExt cx="175013" cy="27000"/>
          </a:xfrm>
        </p:grpSpPr>
        <p:sp>
          <p:nvSpPr>
            <p:cNvPr id="751" name="Google Shape;751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54" name="Google Shape;754;p16"/>
          <p:cNvSpPr txBox="1">
            <a:spLocks noGrp="1"/>
          </p:cNvSpPr>
          <p:nvPr>
            <p:ph type="subTitle" idx="1"/>
          </p:nvPr>
        </p:nvSpPr>
        <p:spPr>
          <a:xfrm>
            <a:off x="8290560" y="2426208"/>
            <a:ext cx="2182400" cy="4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5" name="Google Shape;755;p16"/>
          <p:cNvSpPr txBox="1">
            <a:spLocks noGrp="1"/>
          </p:cNvSpPr>
          <p:nvPr>
            <p:ph type="subTitle" idx="2"/>
          </p:nvPr>
        </p:nvSpPr>
        <p:spPr>
          <a:xfrm>
            <a:off x="4998720" y="1670304"/>
            <a:ext cx="2182400" cy="4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6" name="Google Shape;756;p16"/>
          <p:cNvSpPr txBox="1">
            <a:spLocks noGrp="1"/>
          </p:cNvSpPr>
          <p:nvPr>
            <p:ph type="subTitle" idx="3"/>
          </p:nvPr>
        </p:nvSpPr>
        <p:spPr>
          <a:xfrm>
            <a:off x="1719072" y="2426208"/>
            <a:ext cx="2182400" cy="4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7" name="Google Shape;757;p16"/>
          <p:cNvSpPr txBox="1">
            <a:spLocks noGrp="1"/>
          </p:cNvSpPr>
          <p:nvPr>
            <p:ph type="subTitle" idx="4"/>
          </p:nvPr>
        </p:nvSpPr>
        <p:spPr>
          <a:xfrm>
            <a:off x="8290560" y="2852928"/>
            <a:ext cx="2182400" cy="11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8" name="Google Shape;758;p16"/>
          <p:cNvSpPr txBox="1">
            <a:spLocks noGrp="1"/>
          </p:cNvSpPr>
          <p:nvPr>
            <p:ph type="subTitle" idx="5"/>
          </p:nvPr>
        </p:nvSpPr>
        <p:spPr>
          <a:xfrm>
            <a:off x="4998720" y="2109216"/>
            <a:ext cx="2182400" cy="11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9" name="Google Shape;759;p16"/>
          <p:cNvSpPr txBox="1">
            <a:spLocks noGrp="1"/>
          </p:cNvSpPr>
          <p:nvPr>
            <p:ph type="subTitle" idx="6"/>
          </p:nvPr>
        </p:nvSpPr>
        <p:spPr>
          <a:xfrm>
            <a:off x="1719072" y="2852928"/>
            <a:ext cx="2182400" cy="11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447049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 of text">
  <p:cSld name="Six columns of text"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7"/>
          <p:cNvSpPr txBox="1">
            <a:spLocks noGrp="1"/>
          </p:cNvSpPr>
          <p:nvPr>
            <p:ph type="title"/>
          </p:nvPr>
        </p:nvSpPr>
        <p:spPr>
          <a:xfrm>
            <a:off x="4120896" y="451104"/>
            <a:ext cx="39504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2" name="Google Shape;762;p17"/>
          <p:cNvSpPr txBox="1">
            <a:spLocks noGrp="1"/>
          </p:cNvSpPr>
          <p:nvPr>
            <p:ph type="subTitle" idx="1"/>
          </p:nvPr>
        </p:nvSpPr>
        <p:spPr>
          <a:xfrm>
            <a:off x="2029900" y="2117781"/>
            <a:ext cx="235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63" name="Google Shape;763;p17"/>
          <p:cNvSpPr txBox="1">
            <a:spLocks noGrp="1"/>
          </p:cNvSpPr>
          <p:nvPr>
            <p:ph type="subTitle" idx="2"/>
          </p:nvPr>
        </p:nvSpPr>
        <p:spPr>
          <a:xfrm>
            <a:off x="2029900" y="2570892"/>
            <a:ext cx="2353200" cy="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64" name="Google Shape;764;p17"/>
          <p:cNvSpPr txBox="1">
            <a:spLocks noGrp="1"/>
          </p:cNvSpPr>
          <p:nvPr>
            <p:ph type="subTitle" idx="3"/>
          </p:nvPr>
        </p:nvSpPr>
        <p:spPr>
          <a:xfrm>
            <a:off x="4919403" y="2117781"/>
            <a:ext cx="23532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65" name="Google Shape;765;p17"/>
          <p:cNvSpPr txBox="1">
            <a:spLocks noGrp="1"/>
          </p:cNvSpPr>
          <p:nvPr>
            <p:ph type="subTitle" idx="4"/>
          </p:nvPr>
        </p:nvSpPr>
        <p:spPr>
          <a:xfrm>
            <a:off x="4919403" y="2570892"/>
            <a:ext cx="2353200" cy="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66" name="Google Shape;766;p17"/>
          <p:cNvSpPr txBox="1">
            <a:spLocks noGrp="1"/>
          </p:cNvSpPr>
          <p:nvPr>
            <p:ph type="subTitle" idx="5"/>
          </p:nvPr>
        </p:nvSpPr>
        <p:spPr>
          <a:xfrm>
            <a:off x="7808900" y="2117781"/>
            <a:ext cx="235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67" name="Google Shape;767;p17"/>
          <p:cNvSpPr txBox="1">
            <a:spLocks noGrp="1"/>
          </p:cNvSpPr>
          <p:nvPr>
            <p:ph type="subTitle" idx="6"/>
          </p:nvPr>
        </p:nvSpPr>
        <p:spPr>
          <a:xfrm>
            <a:off x="7808900" y="2570892"/>
            <a:ext cx="2353200" cy="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68" name="Google Shape;768;p17"/>
          <p:cNvSpPr txBox="1">
            <a:spLocks noGrp="1"/>
          </p:cNvSpPr>
          <p:nvPr>
            <p:ph type="subTitle" idx="7"/>
          </p:nvPr>
        </p:nvSpPr>
        <p:spPr>
          <a:xfrm>
            <a:off x="2029900" y="4287944"/>
            <a:ext cx="235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69" name="Google Shape;769;p17"/>
          <p:cNvSpPr txBox="1">
            <a:spLocks noGrp="1"/>
          </p:cNvSpPr>
          <p:nvPr>
            <p:ph type="subTitle" idx="8"/>
          </p:nvPr>
        </p:nvSpPr>
        <p:spPr>
          <a:xfrm>
            <a:off x="2029900" y="4741356"/>
            <a:ext cx="2353200" cy="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70" name="Google Shape;770;p17"/>
          <p:cNvSpPr txBox="1">
            <a:spLocks noGrp="1"/>
          </p:cNvSpPr>
          <p:nvPr>
            <p:ph type="subTitle" idx="9"/>
          </p:nvPr>
        </p:nvSpPr>
        <p:spPr>
          <a:xfrm>
            <a:off x="4796600" y="4287948"/>
            <a:ext cx="2598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71" name="Google Shape;771;p17"/>
          <p:cNvSpPr txBox="1">
            <a:spLocks noGrp="1"/>
          </p:cNvSpPr>
          <p:nvPr>
            <p:ph type="subTitle" idx="13"/>
          </p:nvPr>
        </p:nvSpPr>
        <p:spPr>
          <a:xfrm>
            <a:off x="4796667" y="4741356"/>
            <a:ext cx="2598800" cy="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72" name="Google Shape;772;p17"/>
          <p:cNvSpPr txBox="1">
            <a:spLocks noGrp="1"/>
          </p:cNvSpPr>
          <p:nvPr>
            <p:ph type="subTitle" idx="14"/>
          </p:nvPr>
        </p:nvSpPr>
        <p:spPr>
          <a:xfrm>
            <a:off x="7808900" y="4287944"/>
            <a:ext cx="235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73" name="Google Shape;773;p17"/>
          <p:cNvSpPr txBox="1">
            <a:spLocks noGrp="1"/>
          </p:cNvSpPr>
          <p:nvPr>
            <p:ph type="subTitle" idx="15"/>
          </p:nvPr>
        </p:nvSpPr>
        <p:spPr>
          <a:xfrm>
            <a:off x="7808900" y="4741356"/>
            <a:ext cx="2353200" cy="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774" name="Google Shape;774;p17"/>
          <p:cNvCxnSpPr/>
          <p:nvPr/>
        </p:nvCxnSpPr>
        <p:spPr>
          <a:xfrm>
            <a:off x="3872377" y="6017433"/>
            <a:ext cx="1510800" cy="408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5" name="Google Shape;775;p17"/>
          <p:cNvCxnSpPr/>
          <p:nvPr/>
        </p:nvCxnSpPr>
        <p:spPr>
          <a:xfrm rot="10800000" flipH="1">
            <a:off x="2082777" y="5989767"/>
            <a:ext cx="1789600" cy="42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6" name="Google Shape;776;p17"/>
          <p:cNvCxnSpPr/>
          <p:nvPr/>
        </p:nvCxnSpPr>
        <p:spPr>
          <a:xfrm>
            <a:off x="346077" y="5877333"/>
            <a:ext cx="1776000" cy="522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7" name="Google Shape;777;p17"/>
          <p:cNvCxnSpPr/>
          <p:nvPr/>
        </p:nvCxnSpPr>
        <p:spPr>
          <a:xfrm>
            <a:off x="-9156" y="5324733"/>
            <a:ext cx="365200" cy="542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78" name="Google Shape;778;p17"/>
          <p:cNvGrpSpPr/>
          <p:nvPr/>
        </p:nvGrpSpPr>
        <p:grpSpPr>
          <a:xfrm flipH="1">
            <a:off x="1704444" y="6017433"/>
            <a:ext cx="775733" cy="776467"/>
            <a:chOff x="8064275" y="887850"/>
            <a:chExt cx="581800" cy="582350"/>
          </a:xfrm>
        </p:grpSpPr>
        <p:sp>
          <p:nvSpPr>
            <p:cNvPr id="779" name="Google Shape;779;p1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0" name="Google Shape;780;p1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1" name="Google Shape;781;p1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85" name="Google Shape;785;p17"/>
          <p:cNvGrpSpPr/>
          <p:nvPr/>
        </p:nvGrpSpPr>
        <p:grpSpPr>
          <a:xfrm flipH="1">
            <a:off x="3663478" y="5787285"/>
            <a:ext cx="389367" cy="390100"/>
            <a:chOff x="7353050" y="316275"/>
            <a:chExt cx="292025" cy="292575"/>
          </a:xfrm>
        </p:grpSpPr>
        <p:sp>
          <p:nvSpPr>
            <p:cNvPr id="786" name="Google Shape;786;p1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7" name="Google Shape;787;p1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9" name="Google Shape;789;p1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90" name="Google Shape;790;p17"/>
          <p:cNvGrpSpPr/>
          <p:nvPr/>
        </p:nvGrpSpPr>
        <p:grpSpPr>
          <a:xfrm flipH="1">
            <a:off x="228411" y="5753367"/>
            <a:ext cx="233333" cy="233333"/>
            <a:chOff x="8792300" y="321275"/>
            <a:chExt cx="175000" cy="175000"/>
          </a:xfrm>
        </p:grpSpPr>
        <p:sp>
          <p:nvSpPr>
            <p:cNvPr id="791" name="Google Shape;791;p1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2" name="Google Shape;792;p1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3" name="Google Shape;793;p1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4" name="Google Shape;794;p1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95" name="Google Shape;795;p17"/>
          <p:cNvGrpSpPr/>
          <p:nvPr/>
        </p:nvGrpSpPr>
        <p:grpSpPr>
          <a:xfrm>
            <a:off x="5164263" y="6210067"/>
            <a:ext cx="390815" cy="391184"/>
            <a:chOff x="3164039" y="430875"/>
            <a:chExt cx="293111" cy="293388"/>
          </a:xfrm>
        </p:grpSpPr>
        <p:sp>
          <p:nvSpPr>
            <p:cNvPr id="796" name="Google Shape;796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7" name="Google Shape;797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8" name="Google Shape;798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9" name="Google Shape;799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0" name="Google Shape;800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1" name="Google Shape;801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2" name="Google Shape;802;p17"/>
          <p:cNvGrpSpPr/>
          <p:nvPr/>
        </p:nvGrpSpPr>
        <p:grpSpPr>
          <a:xfrm flipH="1">
            <a:off x="323027" y="5523233"/>
            <a:ext cx="233351" cy="36000"/>
            <a:chOff x="5662375" y="212375"/>
            <a:chExt cx="175013" cy="27000"/>
          </a:xfrm>
        </p:grpSpPr>
        <p:sp>
          <p:nvSpPr>
            <p:cNvPr id="803" name="Google Shape;80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cxnSp>
        <p:nvCxnSpPr>
          <p:cNvPr id="806" name="Google Shape;806;p17"/>
          <p:cNvCxnSpPr/>
          <p:nvPr/>
        </p:nvCxnSpPr>
        <p:spPr>
          <a:xfrm rot="10800000">
            <a:off x="7993400" y="302133"/>
            <a:ext cx="2006000" cy="29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7" name="Google Shape;807;p17"/>
          <p:cNvCxnSpPr/>
          <p:nvPr/>
        </p:nvCxnSpPr>
        <p:spPr>
          <a:xfrm rot="10800000">
            <a:off x="10017233" y="610467"/>
            <a:ext cx="1106000" cy="99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8" name="Google Shape;808;p17"/>
          <p:cNvCxnSpPr/>
          <p:nvPr/>
        </p:nvCxnSpPr>
        <p:spPr>
          <a:xfrm flipH="1">
            <a:off x="11131967" y="-8833"/>
            <a:ext cx="1062000" cy="15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09" name="Google Shape;809;p17"/>
          <p:cNvGrpSpPr/>
          <p:nvPr/>
        </p:nvGrpSpPr>
        <p:grpSpPr>
          <a:xfrm>
            <a:off x="10752367" y="1387000"/>
            <a:ext cx="775733" cy="776467"/>
            <a:chOff x="8064275" y="887850"/>
            <a:chExt cx="581800" cy="582350"/>
          </a:xfrm>
        </p:grpSpPr>
        <p:sp>
          <p:nvSpPr>
            <p:cNvPr id="810" name="Google Shape;810;p1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1" name="Google Shape;811;p1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2" name="Google Shape;812;p1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3" name="Google Shape;813;p1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4" name="Google Shape;814;p1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5" name="Google Shape;815;p1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16" name="Google Shape;816;p17"/>
          <p:cNvGrpSpPr/>
          <p:nvPr/>
        </p:nvGrpSpPr>
        <p:grpSpPr>
          <a:xfrm>
            <a:off x="9804067" y="421701"/>
            <a:ext cx="389367" cy="390100"/>
            <a:chOff x="7353050" y="316275"/>
            <a:chExt cx="292025" cy="292575"/>
          </a:xfrm>
        </p:grpSpPr>
        <p:sp>
          <p:nvSpPr>
            <p:cNvPr id="817" name="Google Shape;817;p1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8" name="Google Shape;818;p1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9" name="Google Shape;819;p1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0" name="Google Shape;820;p1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21" name="Google Shape;821;p17"/>
          <p:cNvGrpSpPr/>
          <p:nvPr/>
        </p:nvGrpSpPr>
        <p:grpSpPr>
          <a:xfrm>
            <a:off x="11723067" y="428367"/>
            <a:ext cx="233333" cy="233333"/>
            <a:chOff x="8792300" y="321275"/>
            <a:chExt cx="175000" cy="175000"/>
          </a:xfrm>
        </p:grpSpPr>
        <p:sp>
          <p:nvSpPr>
            <p:cNvPr id="822" name="Google Shape;822;p1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3" name="Google Shape;823;p1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4" name="Google Shape;824;p1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5" name="Google Shape;825;p1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26" name="Google Shape;826;p17"/>
          <p:cNvSpPr/>
          <p:nvPr/>
        </p:nvSpPr>
        <p:spPr>
          <a:xfrm>
            <a:off x="7772406" y="91610"/>
            <a:ext cx="384819" cy="384449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27" name="Google Shape;827;p17"/>
          <p:cNvSpPr/>
          <p:nvPr/>
        </p:nvSpPr>
        <p:spPr>
          <a:xfrm>
            <a:off x="7769401" y="88233"/>
            <a:ext cx="390815" cy="391184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28" name="Google Shape;828;p17"/>
          <p:cNvSpPr/>
          <p:nvPr/>
        </p:nvSpPr>
        <p:spPr>
          <a:xfrm>
            <a:off x="7821059" y="140279"/>
            <a:ext cx="287501" cy="287116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29" name="Google Shape;829;p17"/>
          <p:cNvSpPr/>
          <p:nvPr/>
        </p:nvSpPr>
        <p:spPr>
          <a:xfrm>
            <a:off x="7818070" y="136903"/>
            <a:ext cx="293497" cy="293867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30" name="Google Shape;830;p17"/>
          <p:cNvSpPr/>
          <p:nvPr/>
        </p:nvSpPr>
        <p:spPr>
          <a:xfrm>
            <a:off x="7873844" y="193046"/>
            <a:ext cx="181569" cy="181569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31" name="Google Shape;831;p17"/>
          <p:cNvSpPr/>
          <p:nvPr/>
        </p:nvSpPr>
        <p:spPr>
          <a:xfrm>
            <a:off x="7870854" y="190056"/>
            <a:ext cx="187935" cy="187565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2" name="Google Shape;832;p17"/>
          <p:cNvGrpSpPr/>
          <p:nvPr/>
        </p:nvGrpSpPr>
        <p:grpSpPr>
          <a:xfrm>
            <a:off x="11320067" y="227833"/>
            <a:ext cx="233351" cy="36000"/>
            <a:chOff x="5662375" y="212375"/>
            <a:chExt cx="175013" cy="27000"/>
          </a:xfrm>
        </p:grpSpPr>
        <p:sp>
          <p:nvSpPr>
            <p:cNvPr id="833" name="Google Shape;83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36" name="Google Shape;836;p17"/>
          <p:cNvGrpSpPr/>
          <p:nvPr/>
        </p:nvGrpSpPr>
        <p:grpSpPr>
          <a:xfrm>
            <a:off x="11571134" y="2210667"/>
            <a:ext cx="233351" cy="36000"/>
            <a:chOff x="5662375" y="212375"/>
            <a:chExt cx="175013" cy="27000"/>
          </a:xfrm>
        </p:grpSpPr>
        <p:sp>
          <p:nvSpPr>
            <p:cNvPr id="837" name="Google Shape;837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7477433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 and body 2"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8"/>
          <p:cNvSpPr txBox="1">
            <a:spLocks noGrp="1"/>
          </p:cNvSpPr>
          <p:nvPr>
            <p:ph type="title"/>
          </p:nvPr>
        </p:nvSpPr>
        <p:spPr>
          <a:xfrm>
            <a:off x="1694688" y="451104"/>
            <a:ext cx="88148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2" name="Google Shape;842;p18"/>
          <p:cNvSpPr txBox="1">
            <a:spLocks noGrp="1"/>
          </p:cNvSpPr>
          <p:nvPr>
            <p:ph type="subTitle" idx="1"/>
          </p:nvPr>
        </p:nvSpPr>
        <p:spPr>
          <a:xfrm>
            <a:off x="6254500" y="1988468"/>
            <a:ext cx="4742800" cy="35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843" name="Google Shape;843;p18"/>
          <p:cNvCxnSpPr/>
          <p:nvPr/>
        </p:nvCxnSpPr>
        <p:spPr>
          <a:xfrm rot="10800000">
            <a:off x="10812000" y="668367"/>
            <a:ext cx="983600" cy="98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4" name="Google Shape;844;p18"/>
          <p:cNvCxnSpPr/>
          <p:nvPr/>
        </p:nvCxnSpPr>
        <p:spPr>
          <a:xfrm>
            <a:off x="776633" y="376251"/>
            <a:ext cx="1617200" cy="56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5" name="Google Shape;845;p18"/>
          <p:cNvCxnSpPr/>
          <p:nvPr/>
        </p:nvCxnSpPr>
        <p:spPr>
          <a:xfrm rot="10800000" flipH="1">
            <a:off x="0" y="365584"/>
            <a:ext cx="776800" cy="87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46" name="Google Shape;846;p18"/>
          <p:cNvGrpSpPr/>
          <p:nvPr/>
        </p:nvGrpSpPr>
        <p:grpSpPr>
          <a:xfrm flipH="1">
            <a:off x="565001" y="167151"/>
            <a:ext cx="389367" cy="390100"/>
            <a:chOff x="7353050" y="316275"/>
            <a:chExt cx="292025" cy="292575"/>
          </a:xfrm>
        </p:grpSpPr>
        <p:sp>
          <p:nvSpPr>
            <p:cNvPr id="847" name="Google Shape;847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2184986" y="744217"/>
            <a:ext cx="390815" cy="391184"/>
            <a:chOff x="3164039" y="430875"/>
            <a:chExt cx="293111" cy="293388"/>
          </a:xfrm>
        </p:grpSpPr>
        <p:sp>
          <p:nvSpPr>
            <p:cNvPr id="852" name="Google Shape;852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3" name="Google Shape;853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4" name="Google Shape;854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5" name="Google Shape;855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6" name="Google Shape;856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7" name="Google Shape;857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58" name="Google Shape;858;p18"/>
          <p:cNvGrpSpPr/>
          <p:nvPr/>
        </p:nvGrpSpPr>
        <p:grpSpPr>
          <a:xfrm>
            <a:off x="2122334" y="483467"/>
            <a:ext cx="233351" cy="36000"/>
            <a:chOff x="5662375" y="212375"/>
            <a:chExt cx="175013" cy="27000"/>
          </a:xfrm>
        </p:grpSpPr>
        <p:sp>
          <p:nvSpPr>
            <p:cNvPr id="859" name="Google Shape;859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cxnSp>
        <p:nvCxnSpPr>
          <p:cNvPr id="862" name="Google Shape;862;p18"/>
          <p:cNvCxnSpPr/>
          <p:nvPr/>
        </p:nvCxnSpPr>
        <p:spPr>
          <a:xfrm flipH="1">
            <a:off x="10868433" y="9167"/>
            <a:ext cx="1336800" cy="659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63" name="Google Shape;863;p18"/>
          <p:cNvGrpSpPr/>
          <p:nvPr/>
        </p:nvGrpSpPr>
        <p:grpSpPr>
          <a:xfrm>
            <a:off x="10431834" y="269833"/>
            <a:ext cx="775733" cy="776467"/>
            <a:chOff x="8064275" y="887850"/>
            <a:chExt cx="581800" cy="582350"/>
          </a:xfrm>
        </p:grpSpPr>
        <p:sp>
          <p:nvSpPr>
            <p:cNvPr id="864" name="Google Shape;864;p1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70" name="Google Shape;870;p18"/>
          <p:cNvGrpSpPr/>
          <p:nvPr/>
        </p:nvGrpSpPr>
        <p:grpSpPr>
          <a:xfrm flipH="1">
            <a:off x="11598201" y="1489985"/>
            <a:ext cx="389367" cy="390100"/>
            <a:chOff x="7353050" y="316275"/>
            <a:chExt cx="292025" cy="292575"/>
          </a:xfrm>
        </p:grpSpPr>
        <p:sp>
          <p:nvSpPr>
            <p:cNvPr id="871" name="Google Shape;871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11571134" y="2109067"/>
            <a:ext cx="233351" cy="36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6802272" y="6017433"/>
            <a:ext cx="1510800" cy="40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0" name="Google Shape;880;p18"/>
          <p:cNvCxnSpPr/>
          <p:nvPr/>
        </p:nvCxnSpPr>
        <p:spPr>
          <a:xfrm rot="10800000">
            <a:off x="8313072" y="5989767"/>
            <a:ext cx="1789600" cy="42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1" name="Google Shape;881;p18"/>
          <p:cNvCxnSpPr/>
          <p:nvPr/>
        </p:nvCxnSpPr>
        <p:spPr>
          <a:xfrm flipH="1">
            <a:off x="10063372" y="5877333"/>
            <a:ext cx="1776000" cy="52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2" name="Google Shape;882;p18"/>
          <p:cNvCxnSpPr/>
          <p:nvPr/>
        </p:nvCxnSpPr>
        <p:spPr>
          <a:xfrm flipH="1">
            <a:off x="11829405" y="5324733"/>
            <a:ext cx="365200" cy="54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83" name="Google Shape;883;p18"/>
          <p:cNvGrpSpPr/>
          <p:nvPr/>
        </p:nvGrpSpPr>
        <p:grpSpPr>
          <a:xfrm>
            <a:off x="9705272" y="6017433"/>
            <a:ext cx="775733" cy="776467"/>
            <a:chOff x="8064275" y="887850"/>
            <a:chExt cx="581800" cy="582350"/>
          </a:xfrm>
        </p:grpSpPr>
        <p:sp>
          <p:nvSpPr>
            <p:cNvPr id="884" name="Google Shape;884;p1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90" name="Google Shape;890;p18"/>
          <p:cNvGrpSpPr/>
          <p:nvPr/>
        </p:nvGrpSpPr>
        <p:grpSpPr>
          <a:xfrm>
            <a:off x="8132606" y="5787285"/>
            <a:ext cx="389367" cy="390100"/>
            <a:chOff x="7353050" y="316275"/>
            <a:chExt cx="292025" cy="292575"/>
          </a:xfrm>
        </p:grpSpPr>
        <p:sp>
          <p:nvSpPr>
            <p:cNvPr id="891" name="Google Shape;891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95" name="Google Shape;895;p18"/>
          <p:cNvGrpSpPr/>
          <p:nvPr/>
        </p:nvGrpSpPr>
        <p:grpSpPr>
          <a:xfrm>
            <a:off x="11723706" y="5753367"/>
            <a:ext cx="233333" cy="233333"/>
            <a:chOff x="8792300" y="321275"/>
            <a:chExt cx="175000" cy="175000"/>
          </a:xfrm>
        </p:grpSpPr>
        <p:sp>
          <p:nvSpPr>
            <p:cNvPr id="896" name="Google Shape;896;p18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00" name="Google Shape;900;p18"/>
          <p:cNvGrpSpPr/>
          <p:nvPr/>
        </p:nvGrpSpPr>
        <p:grpSpPr>
          <a:xfrm flipH="1">
            <a:off x="6630373" y="6210067"/>
            <a:ext cx="390815" cy="391184"/>
            <a:chOff x="3164039" y="430875"/>
            <a:chExt cx="293111" cy="293388"/>
          </a:xfrm>
        </p:grpSpPr>
        <p:sp>
          <p:nvSpPr>
            <p:cNvPr id="901" name="Google Shape;901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2" name="Google Shape;902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3" name="Google Shape;903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4" name="Google Shape;904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5" name="Google Shape;905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6" name="Google Shape;906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11629073" y="5523233"/>
            <a:ext cx="233351" cy="36000"/>
            <a:chOff x="5662375" y="212375"/>
            <a:chExt cx="175013" cy="27000"/>
          </a:xfrm>
        </p:grpSpPr>
        <p:sp>
          <p:nvSpPr>
            <p:cNvPr id="908" name="Google Shape;908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4122495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9"/>
          <p:cNvSpPr txBox="1">
            <a:spLocks noGrp="1"/>
          </p:cNvSpPr>
          <p:nvPr>
            <p:ph type="title"/>
          </p:nvPr>
        </p:nvSpPr>
        <p:spPr>
          <a:xfrm>
            <a:off x="2807233" y="512064"/>
            <a:ext cx="6583600" cy="14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13" name="Google Shape;913;p19"/>
          <p:cNvSpPr txBox="1">
            <a:spLocks noGrp="1"/>
          </p:cNvSpPr>
          <p:nvPr>
            <p:ph type="subTitle" idx="1"/>
          </p:nvPr>
        </p:nvSpPr>
        <p:spPr>
          <a:xfrm>
            <a:off x="4023360" y="2279904"/>
            <a:ext cx="4133200" cy="19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133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4" name="Google Shape;914;p19"/>
          <p:cNvSpPr txBox="1"/>
          <p:nvPr/>
        </p:nvSpPr>
        <p:spPr>
          <a:xfrm>
            <a:off x="3319167" y="4885600"/>
            <a:ext cx="5548800" cy="10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en" sz="1467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en" sz="1467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467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en" sz="1467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467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en" sz="1467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467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en" sz="1467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Stories</a:t>
            </a:r>
            <a:endParaRPr sz="2400"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915" name="Google Shape;915;p19"/>
          <p:cNvCxnSpPr/>
          <p:nvPr/>
        </p:nvCxnSpPr>
        <p:spPr>
          <a:xfrm rot="5400000">
            <a:off x="9692944" y="4432733"/>
            <a:ext cx="1510800" cy="40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6" name="Google Shape;916;p19"/>
          <p:cNvCxnSpPr/>
          <p:nvPr/>
        </p:nvCxnSpPr>
        <p:spPr>
          <a:xfrm rot="-5400000" flipH="1">
            <a:off x="9575211" y="2776533"/>
            <a:ext cx="1789600" cy="42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7" name="Google Shape;917;p19"/>
          <p:cNvCxnSpPr/>
          <p:nvPr/>
        </p:nvCxnSpPr>
        <p:spPr>
          <a:xfrm rot="5400000">
            <a:off x="9643244" y="981833"/>
            <a:ext cx="1776000" cy="52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8" name="Google Shape;918;p19"/>
          <p:cNvCxnSpPr/>
          <p:nvPr/>
        </p:nvCxnSpPr>
        <p:spPr>
          <a:xfrm rot="5400000">
            <a:off x="10891244" y="-88800"/>
            <a:ext cx="365200" cy="54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19" name="Google Shape;919;p19"/>
          <p:cNvGrpSpPr/>
          <p:nvPr/>
        </p:nvGrpSpPr>
        <p:grpSpPr>
          <a:xfrm rot="5400000" flipH="1">
            <a:off x="9876444" y="1713233"/>
            <a:ext cx="775733" cy="776467"/>
            <a:chOff x="8064275" y="887850"/>
            <a:chExt cx="581800" cy="582350"/>
          </a:xfrm>
        </p:grpSpPr>
        <p:sp>
          <p:nvSpPr>
            <p:cNvPr id="920" name="Google Shape;920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26" name="Google Shape;926;p19"/>
          <p:cNvGrpSpPr/>
          <p:nvPr/>
        </p:nvGrpSpPr>
        <p:grpSpPr>
          <a:xfrm rot="5400000" flipH="1">
            <a:off x="10492961" y="3672267"/>
            <a:ext cx="389367" cy="390100"/>
            <a:chOff x="7353050" y="316275"/>
            <a:chExt cx="292025" cy="292575"/>
          </a:xfrm>
        </p:grpSpPr>
        <p:sp>
          <p:nvSpPr>
            <p:cNvPr id="927" name="Google Shape;927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31" name="Google Shape;931;p19"/>
          <p:cNvGrpSpPr/>
          <p:nvPr/>
        </p:nvGrpSpPr>
        <p:grpSpPr>
          <a:xfrm rot="5400000" flipH="1">
            <a:off x="10683278" y="237567"/>
            <a:ext cx="233333" cy="233333"/>
            <a:chOff x="8792300" y="321275"/>
            <a:chExt cx="175000" cy="175000"/>
          </a:xfrm>
        </p:grpSpPr>
        <p:sp>
          <p:nvSpPr>
            <p:cNvPr id="932" name="Google Shape;932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36" name="Google Shape;936;p19"/>
          <p:cNvGrpSpPr/>
          <p:nvPr/>
        </p:nvGrpSpPr>
        <p:grpSpPr>
          <a:xfrm rot="5400000">
            <a:off x="10068911" y="5173235"/>
            <a:ext cx="390815" cy="391184"/>
            <a:chOff x="3164039" y="430875"/>
            <a:chExt cx="293111" cy="293388"/>
          </a:xfrm>
        </p:grpSpPr>
        <p:sp>
          <p:nvSpPr>
            <p:cNvPr id="937" name="Google Shape;937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8" name="Google Shape;938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9" name="Google Shape;939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0" name="Google Shape;940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1" name="Google Shape;941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2" name="Google Shape;942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3" name="Google Shape;943;p19"/>
          <p:cNvGrpSpPr/>
          <p:nvPr/>
        </p:nvGrpSpPr>
        <p:grpSpPr>
          <a:xfrm rot="5400000" flipH="1">
            <a:off x="11012070" y="430859"/>
            <a:ext cx="233351" cy="36000"/>
            <a:chOff x="5662375" y="212375"/>
            <a:chExt cx="175013" cy="27000"/>
          </a:xfrm>
        </p:grpSpPr>
        <p:sp>
          <p:nvSpPr>
            <p:cNvPr id="944" name="Google Shape;94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cxnSp>
        <p:nvCxnSpPr>
          <p:cNvPr id="947" name="Google Shape;947;p19"/>
          <p:cNvCxnSpPr/>
          <p:nvPr/>
        </p:nvCxnSpPr>
        <p:spPr>
          <a:xfrm rot="5400000" flipH="1">
            <a:off x="987800" y="3464433"/>
            <a:ext cx="2230000" cy="16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8" name="Google Shape;948;p19"/>
          <p:cNvCxnSpPr/>
          <p:nvPr/>
        </p:nvCxnSpPr>
        <p:spPr>
          <a:xfrm rot="-5400000">
            <a:off x="1129467" y="4738667"/>
            <a:ext cx="1106000" cy="99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9" name="Google Shape;949;p19"/>
          <p:cNvCxnSpPr/>
          <p:nvPr/>
        </p:nvCxnSpPr>
        <p:spPr>
          <a:xfrm rot="5400000" flipH="1">
            <a:off x="1474367" y="5535000"/>
            <a:ext cx="1062000" cy="158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50" name="Google Shape;950;p19"/>
          <p:cNvGrpSpPr/>
          <p:nvPr/>
        </p:nvGrpSpPr>
        <p:grpSpPr>
          <a:xfrm rot="5400000">
            <a:off x="828634" y="5416033"/>
            <a:ext cx="775733" cy="776467"/>
            <a:chOff x="8064275" y="887850"/>
            <a:chExt cx="581800" cy="582350"/>
          </a:xfrm>
        </p:grpSpPr>
        <p:sp>
          <p:nvSpPr>
            <p:cNvPr id="951" name="Google Shape;951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57" name="Google Shape;957;p19"/>
          <p:cNvGrpSpPr/>
          <p:nvPr/>
        </p:nvGrpSpPr>
        <p:grpSpPr>
          <a:xfrm rot="5400000">
            <a:off x="1977101" y="4467734"/>
            <a:ext cx="389367" cy="390100"/>
            <a:chOff x="7353050" y="316275"/>
            <a:chExt cx="292025" cy="292575"/>
          </a:xfrm>
        </p:grpSpPr>
        <p:sp>
          <p:nvSpPr>
            <p:cNvPr id="958" name="Google Shape;958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62" name="Google Shape;962;p19"/>
          <p:cNvGrpSpPr/>
          <p:nvPr/>
        </p:nvGrpSpPr>
        <p:grpSpPr>
          <a:xfrm rot="5400000">
            <a:off x="2126834" y="6387100"/>
            <a:ext cx="233333" cy="233333"/>
            <a:chOff x="8792300" y="321275"/>
            <a:chExt cx="175000" cy="175000"/>
          </a:xfrm>
        </p:grpSpPr>
        <p:sp>
          <p:nvSpPr>
            <p:cNvPr id="963" name="Google Shape;963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67" name="Google Shape;967;p19"/>
          <p:cNvSpPr/>
          <p:nvPr/>
        </p:nvSpPr>
        <p:spPr>
          <a:xfrm rot="5400000">
            <a:off x="1836156" y="2251658"/>
            <a:ext cx="384819" cy="384449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8" name="Google Shape;968;p19"/>
          <p:cNvSpPr/>
          <p:nvPr/>
        </p:nvSpPr>
        <p:spPr>
          <a:xfrm rot="5400000">
            <a:off x="1833168" y="2248281"/>
            <a:ext cx="390815" cy="391184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9" name="Google Shape;969;p19"/>
          <p:cNvSpPr/>
          <p:nvPr/>
        </p:nvSpPr>
        <p:spPr>
          <a:xfrm rot="5400000">
            <a:off x="1884814" y="2300319"/>
            <a:ext cx="287501" cy="287116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0" name="Google Shape;970;p19"/>
          <p:cNvSpPr/>
          <p:nvPr/>
        </p:nvSpPr>
        <p:spPr>
          <a:xfrm rot="5400000">
            <a:off x="1881817" y="2296952"/>
            <a:ext cx="293497" cy="293867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1" name="Google Shape;971;p19"/>
          <p:cNvSpPr/>
          <p:nvPr/>
        </p:nvSpPr>
        <p:spPr>
          <a:xfrm rot="5400000">
            <a:off x="1937786" y="2352910"/>
            <a:ext cx="181569" cy="181569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2" name="Google Shape;972;p19"/>
          <p:cNvSpPr/>
          <p:nvPr/>
        </p:nvSpPr>
        <p:spPr>
          <a:xfrm rot="5400000">
            <a:off x="1934595" y="2350106"/>
            <a:ext cx="187935" cy="187565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973" name="Google Shape;973;p19"/>
          <p:cNvGrpSpPr/>
          <p:nvPr/>
        </p:nvGrpSpPr>
        <p:grpSpPr>
          <a:xfrm rot="5400000">
            <a:off x="2268159" y="2020508"/>
            <a:ext cx="233351" cy="36000"/>
            <a:chOff x="5662375" y="212375"/>
            <a:chExt cx="175013" cy="27000"/>
          </a:xfrm>
        </p:grpSpPr>
        <p:sp>
          <p:nvSpPr>
            <p:cNvPr id="974" name="Google Shape;97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2426026" y="6082775"/>
            <a:ext cx="233351" cy="36000"/>
            <a:chOff x="5662375" y="212375"/>
            <a:chExt cx="175013" cy="27000"/>
          </a:xfrm>
        </p:grpSpPr>
        <p:sp>
          <p:nvSpPr>
            <p:cNvPr id="978" name="Google Shape;978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81" name="Google Shape;981;p19"/>
          <p:cNvGrpSpPr/>
          <p:nvPr/>
        </p:nvGrpSpPr>
        <p:grpSpPr>
          <a:xfrm rot="5400000">
            <a:off x="544793" y="5521041"/>
            <a:ext cx="233351" cy="36000"/>
            <a:chOff x="5662375" y="212375"/>
            <a:chExt cx="175013" cy="27000"/>
          </a:xfrm>
        </p:grpSpPr>
        <p:sp>
          <p:nvSpPr>
            <p:cNvPr id="982" name="Google Shape;98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5601452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ghlighted numbers">
  <p:cSld name="Highlighted numbers"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0"/>
          <p:cNvSpPr txBox="1">
            <a:spLocks noGrp="1"/>
          </p:cNvSpPr>
          <p:nvPr>
            <p:ph type="title" hasCustomPrompt="1"/>
          </p:nvPr>
        </p:nvSpPr>
        <p:spPr>
          <a:xfrm>
            <a:off x="3767328" y="938784"/>
            <a:ext cx="4645200" cy="7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0"/>
          <p:cNvSpPr txBox="1">
            <a:spLocks noGrp="1"/>
          </p:cNvSpPr>
          <p:nvPr>
            <p:ph type="subTitle" idx="1"/>
          </p:nvPr>
        </p:nvSpPr>
        <p:spPr>
          <a:xfrm>
            <a:off x="3767328" y="1633728"/>
            <a:ext cx="46452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88" name="Google Shape;988;p20"/>
          <p:cNvSpPr txBox="1">
            <a:spLocks noGrp="1"/>
          </p:cNvSpPr>
          <p:nvPr>
            <p:ph type="title" idx="2" hasCustomPrompt="1"/>
          </p:nvPr>
        </p:nvSpPr>
        <p:spPr>
          <a:xfrm>
            <a:off x="3767328" y="2913888"/>
            <a:ext cx="4645200" cy="7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0"/>
          <p:cNvSpPr txBox="1">
            <a:spLocks noGrp="1"/>
          </p:cNvSpPr>
          <p:nvPr>
            <p:ph type="subTitle" idx="3"/>
          </p:nvPr>
        </p:nvSpPr>
        <p:spPr>
          <a:xfrm>
            <a:off x="3767328" y="3596640"/>
            <a:ext cx="46452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90" name="Google Shape;990;p20"/>
          <p:cNvSpPr txBox="1">
            <a:spLocks noGrp="1"/>
          </p:cNvSpPr>
          <p:nvPr>
            <p:ph type="title" idx="4" hasCustomPrompt="1"/>
          </p:nvPr>
        </p:nvSpPr>
        <p:spPr>
          <a:xfrm>
            <a:off x="3767328" y="4864608"/>
            <a:ext cx="4645200" cy="7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0"/>
          <p:cNvSpPr txBox="1">
            <a:spLocks noGrp="1"/>
          </p:cNvSpPr>
          <p:nvPr>
            <p:ph type="subTitle" idx="5"/>
          </p:nvPr>
        </p:nvSpPr>
        <p:spPr>
          <a:xfrm>
            <a:off x="3779520" y="5559552"/>
            <a:ext cx="46452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992" name="Google Shape;992;p20"/>
          <p:cNvCxnSpPr/>
          <p:nvPr/>
        </p:nvCxnSpPr>
        <p:spPr>
          <a:xfrm rot="5400000">
            <a:off x="9692944" y="4432733"/>
            <a:ext cx="1510800" cy="40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3" name="Google Shape;993;p20"/>
          <p:cNvCxnSpPr/>
          <p:nvPr/>
        </p:nvCxnSpPr>
        <p:spPr>
          <a:xfrm rot="-5400000" flipH="1">
            <a:off x="9575211" y="2776533"/>
            <a:ext cx="1789600" cy="42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4" name="Google Shape;994;p20"/>
          <p:cNvCxnSpPr/>
          <p:nvPr/>
        </p:nvCxnSpPr>
        <p:spPr>
          <a:xfrm rot="5400000">
            <a:off x="9643244" y="981833"/>
            <a:ext cx="1776000" cy="52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5" name="Google Shape;995;p20"/>
          <p:cNvCxnSpPr/>
          <p:nvPr/>
        </p:nvCxnSpPr>
        <p:spPr>
          <a:xfrm rot="5400000">
            <a:off x="10891244" y="-88800"/>
            <a:ext cx="365200" cy="54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96" name="Google Shape;996;p20"/>
          <p:cNvGrpSpPr/>
          <p:nvPr/>
        </p:nvGrpSpPr>
        <p:grpSpPr>
          <a:xfrm rot="5400000" flipH="1">
            <a:off x="9876444" y="1713233"/>
            <a:ext cx="775733" cy="776467"/>
            <a:chOff x="8064275" y="887850"/>
            <a:chExt cx="581800" cy="582350"/>
          </a:xfrm>
        </p:grpSpPr>
        <p:sp>
          <p:nvSpPr>
            <p:cNvPr id="997" name="Google Shape;997;p2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03" name="Google Shape;1003;p20"/>
          <p:cNvGrpSpPr/>
          <p:nvPr/>
        </p:nvGrpSpPr>
        <p:grpSpPr>
          <a:xfrm rot="5400000" flipH="1">
            <a:off x="10492961" y="3672267"/>
            <a:ext cx="389367" cy="390100"/>
            <a:chOff x="7353050" y="316275"/>
            <a:chExt cx="292025" cy="292575"/>
          </a:xfrm>
        </p:grpSpPr>
        <p:sp>
          <p:nvSpPr>
            <p:cNvPr id="1004" name="Google Shape;1004;p2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08" name="Google Shape;1008;p20"/>
          <p:cNvGrpSpPr/>
          <p:nvPr/>
        </p:nvGrpSpPr>
        <p:grpSpPr>
          <a:xfrm rot="5400000" flipH="1">
            <a:off x="10683278" y="237567"/>
            <a:ext cx="233333" cy="233333"/>
            <a:chOff x="8792300" y="321275"/>
            <a:chExt cx="175000" cy="175000"/>
          </a:xfrm>
        </p:grpSpPr>
        <p:sp>
          <p:nvSpPr>
            <p:cNvPr id="1009" name="Google Shape;1009;p2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13" name="Google Shape;1013;p20"/>
          <p:cNvGrpSpPr/>
          <p:nvPr/>
        </p:nvGrpSpPr>
        <p:grpSpPr>
          <a:xfrm rot="5400000">
            <a:off x="10068911" y="5173235"/>
            <a:ext cx="390815" cy="391184"/>
            <a:chOff x="3164039" y="430875"/>
            <a:chExt cx="293111" cy="293388"/>
          </a:xfrm>
        </p:grpSpPr>
        <p:sp>
          <p:nvSpPr>
            <p:cNvPr id="1014" name="Google Shape;1014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5" name="Google Shape;1015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6" name="Google Shape;1016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7" name="Google Shape;1017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8" name="Google Shape;1018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9" name="Google Shape;1019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20" name="Google Shape;1020;p20"/>
          <p:cNvGrpSpPr/>
          <p:nvPr/>
        </p:nvGrpSpPr>
        <p:grpSpPr>
          <a:xfrm rot="5400000" flipH="1">
            <a:off x="11012070" y="430859"/>
            <a:ext cx="233351" cy="36000"/>
            <a:chOff x="5662375" y="212375"/>
            <a:chExt cx="175013" cy="27000"/>
          </a:xfrm>
        </p:grpSpPr>
        <p:sp>
          <p:nvSpPr>
            <p:cNvPr id="1021" name="Google Shape;102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cxnSp>
        <p:nvCxnSpPr>
          <p:cNvPr id="1024" name="Google Shape;1024;p20"/>
          <p:cNvCxnSpPr/>
          <p:nvPr/>
        </p:nvCxnSpPr>
        <p:spPr>
          <a:xfrm rot="5400000" flipH="1">
            <a:off x="987800" y="3464433"/>
            <a:ext cx="2230000" cy="16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5" name="Google Shape;1025;p20"/>
          <p:cNvCxnSpPr/>
          <p:nvPr/>
        </p:nvCxnSpPr>
        <p:spPr>
          <a:xfrm rot="-5400000">
            <a:off x="1129467" y="4738667"/>
            <a:ext cx="1106000" cy="99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6" name="Google Shape;1026;p20"/>
          <p:cNvCxnSpPr/>
          <p:nvPr/>
        </p:nvCxnSpPr>
        <p:spPr>
          <a:xfrm rot="5400000" flipH="1">
            <a:off x="1474367" y="5535000"/>
            <a:ext cx="1062000" cy="158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27" name="Google Shape;1027;p20"/>
          <p:cNvGrpSpPr/>
          <p:nvPr/>
        </p:nvGrpSpPr>
        <p:grpSpPr>
          <a:xfrm rot="5400000">
            <a:off x="828634" y="5416033"/>
            <a:ext cx="775733" cy="776467"/>
            <a:chOff x="8064275" y="887850"/>
            <a:chExt cx="581800" cy="582350"/>
          </a:xfrm>
        </p:grpSpPr>
        <p:sp>
          <p:nvSpPr>
            <p:cNvPr id="1028" name="Google Shape;1028;p2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34" name="Google Shape;1034;p20"/>
          <p:cNvGrpSpPr/>
          <p:nvPr/>
        </p:nvGrpSpPr>
        <p:grpSpPr>
          <a:xfrm rot="5400000">
            <a:off x="1977101" y="4467734"/>
            <a:ext cx="389367" cy="390100"/>
            <a:chOff x="7353050" y="316275"/>
            <a:chExt cx="292025" cy="292575"/>
          </a:xfrm>
        </p:grpSpPr>
        <p:sp>
          <p:nvSpPr>
            <p:cNvPr id="1035" name="Google Shape;1035;p2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39" name="Google Shape;1039;p20"/>
          <p:cNvGrpSpPr/>
          <p:nvPr/>
        </p:nvGrpSpPr>
        <p:grpSpPr>
          <a:xfrm rot="5400000">
            <a:off x="2126834" y="6387100"/>
            <a:ext cx="233333" cy="233333"/>
            <a:chOff x="8792300" y="321275"/>
            <a:chExt cx="175000" cy="175000"/>
          </a:xfrm>
        </p:grpSpPr>
        <p:sp>
          <p:nvSpPr>
            <p:cNvPr id="1040" name="Google Shape;1040;p2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044" name="Google Shape;1044;p20"/>
          <p:cNvSpPr/>
          <p:nvPr/>
        </p:nvSpPr>
        <p:spPr>
          <a:xfrm rot="5400000">
            <a:off x="1836156" y="2251658"/>
            <a:ext cx="384819" cy="384449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5" name="Google Shape;1045;p20"/>
          <p:cNvSpPr/>
          <p:nvPr/>
        </p:nvSpPr>
        <p:spPr>
          <a:xfrm rot="5400000">
            <a:off x="1833168" y="2248281"/>
            <a:ext cx="390815" cy="391184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6" name="Google Shape;1046;p20"/>
          <p:cNvSpPr/>
          <p:nvPr/>
        </p:nvSpPr>
        <p:spPr>
          <a:xfrm rot="5400000">
            <a:off x="1884814" y="2300319"/>
            <a:ext cx="287501" cy="287116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7" name="Google Shape;1047;p20"/>
          <p:cNvSpPr/>
          <p:nvPr/>
        </p:nvSpPr>
        <p:spPr>
          <a:xfrm rot="5400000">
            <a:off x="1881817" y="2296952"/>
            <a:ext cx="293497" cy="293867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8" name="Google Shape;1048;p20"/>
          <p:cNvSpPr/>
          <p:nvPr/>
        </p:nvSpPr>
        <p:spPr>
          <a:xfrm rot="5400000">
            <a:off x="1937786" y="2352910"/>
            <a:ext cx="181569" cy="181569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9" name="Google Shape;1049;p20"/>
          <p:cNvSpPr/>
          <p:nvPr/>
        </p:nvSpPr>
        <p:spPr>
          <a:xfrm rot="5400000">
            <a:off x="1934595" y="2350106"/>
            <a:ext cx="187935" cy="187565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50" name="Google Shape;1050;p20"/>
          <p:cNvGrpSpPr/>
          <p:nvPr/>
        </p:nvGrpSpPr>
        <p:grpSpPr>
          <a:xfrm rot="5400000">
            <a:off x="2268159" y="2020508"/>
            <a:ext cx="233351" cy="36000"/>
            <a:chOff x="5662375" y="212375"/>
            <a:chExt cx="175013" cy="27000"/>
          </a:xfrm>
        </p:grpSpPr>
        <p:sp>
          <p:nvSpPr>
            <p:cNvPr id="1051" name="Google Shape;105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54" name="Google Shape;1054;p20"/>
          <p:cNvGrpSpPr/>
          <p:nvPr/>
        </p:nvGrpSpPr>
        <p:grpSpPr>
          <a:xfrm rot="5400000">
            <a:off x="2426026" y="6082775"/>
            <a:ext cx="233351" cy="36000"/>
            <a:chOff x="5662375" y="212375"/>
            <a:chExt cx="175013" cy="27000"/>
          </a:xfrm>
        </p:grpSpPr>
        <p:sp>
          <p:nvSpPr>
            <p:cNvPr id="1055" name="Google Shape;105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58" name="Google Shape;1058;p20"/>
          <p:cNvGrpSpPr/>
          <p:nvPr/>
        </p:nvGrpSpPr>
        <p:grpSpPr>
          <a:xfrm rot="5400000">
            <a:off x="544793" y="5521041"/>
            <a:ext cx="233351" cy="36000"/>
            <a:chOff x="5662375" y="212375"/>
            <a:chExt cx="175013" cy="27000"/>
          </a:xfrm>
        </p:grpSpPr>
        <p:sp>
          <p:nvSpPr>
            <p:cNvPr id="1059" name="Google Shape;1059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3312667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3">
  <p:cSld name="Three columns of text 3"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>
            <a:spLocks noGrp="1"/>
          </p:cNvSpPr>
          <p:nvPr>
            <p:ph type="title"/>
          </p:nvPr>
        </p:nvSpPr>
        <p:spPr>
          <a:xfrm>
            <a:off x="3950208" y="451104"/>
            <a:ext cx="4291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064" name="Google Shape;1064;p21"/>
          <p:cNvGrpSpPr/>
          <p:nvPr/>
        </p:nvGrpSpPr>
        <p:grpSpPr>
          <a:xfrm>
            <a:off x="348948" y="-1544"/>
            <a:ext cx="11400435" cy="53088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1084" name="Google Shape;1084;p21"/>
          <p:cNvSpPr txBox="1">
            <a:spLocks noGrp="1"/>
          </p:cNvSpPr>
          <p:nvPr>
            <p:ph type="subTitle" idx="1"/>
          </p:nvPr>
        </p:nvSpPr>
        <p:spPr>
          <a:xfrm>
            <a:off x="1877567" y="1380372"/>
            <a:ext cx="291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85" name="Google Shape;1085;p21"/>
          <p:cNvSpPr txBox="1">
            <a:spLocks noGrp="1"/>
          </p:cNvSpPr>
          <p:nvPr>
            <p:ph type="subTitle" idx="2"/>
          </p:nvPr>
        </p:nvSpPr>
        <p:spPr>
          <a:xfrm>
            <a:off x="1877567" y="1782608"/>
            <a:ext cx="2912000" cy="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86" name="Google Shape;1086;p21"/>
          <p:cNvSpPr txBox="1">
            <a:spLocks noGrp="1"/>
          </p:cNvSpPr>
          <p:nvPr>
            <p:ph type="subTitle" idx="3"/>
          </p:nvPr>
        </p:nvSpPr>
        <p:spPr>
          <a:xfrm>
            <a:off x="1877567" y="3079301"/>
            <a:ext cx="29120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87" name="Google Shape;1087;p21"/>
          <p:cNvSpPr txBox="1">
            <a:spLocks noGrp="1"/>
          </p:cNvSpPr>
          <p:nvPr>
            <p:ph type="subTitle" idx="4"/>
          </p:nvPr>
        </p:nvSpPr>
        <p:spPr>
          <a:xfrm>
            <a:off x="1877567" y="3479972"/>
            <a:ext cx="2912000" cy="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88" name="Google Shape;1088;p21"/>
          <p:cNvSpPr txBox="1">
            <a:spLocks noGrp="1"/>
          </p:cNvSpPr>
          <p:nvPr>
            <p:ph type="subTitle" idx="5"/>
          </p:nvPr>
        </p:nvSpPr>
        <p:spPr>
          <a:xfrm>
            <a:off x="1877567" y="4783527"/>
            <a:ext cx="291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89" name="Google Shape;1089;p21"/>
          <p:cNvSpPr txBox="1">
            <a:spLocks noGrp="1"/>
          </p:cNvSpPr>
          <p:nvPr>
            <p:ph type="subTitle" idx="6"/>
          </p:nvPr>
        </p:nvSpPr>
        <p:spPr>
          <a:xfrm>
            <a:off x="1877567" y="5185756"/>
            <a:ext cx="2912000" cy="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73559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4">
  <p:cSld name="Three columns of text 4"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1" name="Google Shape;1091;p22"/>
          <p:cNvCxnSpPr/>
          <p:nvPr/>
        </p:nvCxnSpPr>
        <p:spPr>
          <a:xfrm>
            <a:off x="787267" y="5787467"/>
            <a:ext cx="893600" cy="56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2" name="Google Shape;1092;p22"/>
          <p:cNvSpPr txBox="1">
            <a:spLocks noGrp="1"/>
          </p:cNvSpPr>
          <p:nvPr>
            <p:ph type="title"/>
          </p:nvPr>
        </p:nvSpPr>
        <p:spPr>
          <a:xfrm>
            <a:off x="2944233" y="457033"/>
            <a:ext cx="6303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1093" name="Google Shape;1093;p22"/>
          <p:cNvCxnSpPr/>
          <p:nvPr/>
        </p:nvCxnSpPr>
        <p:spPr>
          <a:xfrm rot="10800000" flipH="1">
            <a:off x="0" y="5776733"/>
            <a:ext cx="787600" cy="88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94" name="Google Shape;1094;p22"/>
          <p:cNvGrpSpPr/>
          <p:nvPr/>
        </p:nvGrpSpPr>
        <p:grpSpPr>
          <a:xfrm flipH="1">
            <a:off x="575634" y="5578367"/>
            <a:ext cx="389367" cy="390100"/>
            <a:chOff x="7353050" y="316275"/>
            <a:chExt cx="292025" cy="292575"/>
          </a:xfrm>
        </p:grpSpPr>
        <p:sp>
          <p:nvSpPr>
            <p:cNvPr id="1095" name="Google Shape;1095;p2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99" name="Google Shape;1099;p22"/>
          <p:cNvGrpSpPr/>
          <p:nvPr/>
        </p:nvGrpSpPr>
        <p:grpSpPr>
          <a:xfrm>
            <a:off x="1434386" y="6139567"/>
            <a:ext cx="390815" cy="391184"/>
            <a:chOff x="3164039" y="430875"/>
            <a:chExt cx="293111" cy="293388"/>
          </a:xfrm>
        </p:grpSpPr>
        <p:sp>
          <p:nvSpPr>
            <p:cNvPr id="1100" name="Google Shape;1100;p2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1" name="Google Shape;1101;p2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2" name="Google Shape;1102;p2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3" name="Google Shape;1103;p2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4" name="Google Shape;1104;p2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5" name="Google Shape;1105;p2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cxnSp>
        <p:nvCxnSpPr>
          <p:cNvPr id="1106" name="Google Shape;1106;p22"/>
          <p:cNvCxnSpPr/>
          <p:nvPr/>
        </p:nvCxnSpPr>
        <p:spPr>
          <a:xfrm rot="10800000">
            <a:off x="9595967" y="393467"/>
            <a:ext cx="1542800" cy="72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7" name="Google Shape;1107;p22"/>
          <p:cNvCxnSpPr/>
          <p:nvPr/>
        </p:nvCxnSpPr>
        <p:spPr>
          <a:xfrm flipH="1">
            <a:off x="11138767" y="-8833"/>
            <a:ext cx="1055200" cy="11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08" name="Google Shape;1108;p22"/>
          <p:cNvGrpSpPr/>
          <p:nvPr/>
        </p:nvGrpSpPr>
        <p:grpSpPr>
          <a:xfrm>
            <a:off x="10752367" y="702567"/>
            <a:ext cx="775733" cy="776467"/>
            <a:chOff x="8064275" y="887850"/>
            <a:chExt cx="581800" cy="582350"/>
          </a:xfrm>
        </p:grpSpPr>
        <p:sp>
          <p:nvSpPr>
            <p:cNvPr id="1109" name="Google Shape;1109;p2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1" name="Google Shape;1111;p2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2" name="Google Shape;1112;p2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15" name="Google Shape;1115;p22"/>
          <p:cNvGrpSpPr/>
          <p:nvPr/>
        </p:nvGrpSpPr>
        <p:grpSpPr>
          <a:xfrm>
            <a:off x="9378501" y="227834"/>
            <a:ext cx="389367" cy="390100"/>
            <a:chOff x="7353050" y="316275"/>
            <a:chExt cx="292025" cy="292575"/>
          </a:xfrm>
        </p:grpSpPr>
        <p:sp>
          <p:nvSpPr>
            <p:cNvPr id="1116" name="Google Shape;1116;p2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20" name="Google Shape;1120;p22"/>
          <p:cNvGrpSpPr/>
          <p:nvPr/>
        </p:nvGrpSpPr>
        <p:grpSpPr>
          <a:xfrm>
            <a:off x="11677267" y="306200"/>
            <a:ext cx="233333" cy="233333"/>
            <a:chOff x="8792300" y="321275"/>
            <a:chExt cx="175000" cy="175000"/>
          </a:xfrm>
        </p:grpSpPr>
        <p:sp>
          <p:nvSpPr>
            <p:cNvPr id="1121" name="Google Shape;1121;p22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25" name="Google Shape;1125;p22"/>
          <p:cNvGrpSpPr/>
          <p:nvPr/>
        </p:nvGrpSpPr>
        <p:grpSpPr>
          <a:xfrm>
            <a:off x="11320067" y="227833"/>
            <a:ext cx="233351" cy="36000"/>
            <a:chOff x="5662375" y="212375"/>
            <a:chExt cx="175013" cy="27000"/>
          </a:xfrm>
        </p:grpSpPr>
        <p:sp>
          <p:nvSpPr>
            <p:cNvPr id="1126" name="Google Shape;1126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7" name="Google Shape;1127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29" name="Google Shape;1129;p22"/>
          <p:cNvGrpSpPr/>
          <p:nvPr/>
        </p:nvGrpSpPr>
        <p:grpSpPr>
          <a:xfrm>
            <a:off x="10555134" y="1499467"/>
            <a:ext cx="233351" cy="36000"/>
            <a:chOff x="5662375" y="212375"/>
            <a:chExt cx="175013" cy="27000"/>
          </a:xfrm>
        </p:grpSpPr>
        <p:sp>
          <p:nvSpPr>
            <p:cNvPr id="1130" name="Google Shape;1130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2" name="Google Shape;1132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133" name="Google Shape;1133;p22"/>
          <p:cNvSpPr txBox="1">
            <a:spLocks noGrp="1"/>
          </p:cNvSpPr>
          <p:nvPr>
            <p:ph type="subTitle" idx="1"/>
          </p:nvPr>
        </p:nvSpPr>
        <p:spPr>
          <a:xfrm>
            <a:off x="7522464" y="3657600"/>
            <a:ext cx="24872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4" name="Google Shape;1134;p22"/>
          <p:cNvSpPr txBox="1">
            <a:spLocks noGrp="1"/>
          </p:cNvSpPr>
          <p:nvPr>
            <p:ph type="subTitle" idx="2"/>
          </p:nvPr>
        </p:nvSpPr>
        <p:spPr>
          <a:xfrm>
            <a:off x="4852416" y="2182368"/>
            <a:ext cx="24872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5" name="Google Shape;1135;p22"/>
          <p:cNvSpPr txBox="1">
            <a:spLocks noGrp="1"/>
          </p:cNvSpPr>
          <p:nvPr>
            <p:ph type="subTitle" idx="3"/>
          </p:nvPr>
        </p:nvSpPr>
        <p:spPr>
          <a:xfrm>
            <a:off x="2182368" y="2999232"/>
            <a:ext cx="24872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6" name="Google Shape;1136;p22"/>
          <p:cNvSpPr txBox="1">
            <a:spLocks noGrp="1"/>
          </p:cNvSpPr>
          <p:nvPr>
            <p:ph type="subTitle" idx="4"/>
          </p:nvPr>
        </p:nvSpPr>
        <p:spPr>
          <a:xfrm>
            <a:off x="7522464" y="4108704"/>
            <a:ext cx="2487200" cy="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7" name="Google Shape;1137;p22"/>
          <p:cNvSpPr txBox="1">
            <a:spLocks noGrp="1"/>
          </p:cNvSpPr>
          <p:nvPr>
            <p:ph type="subTitle" idx="5"/>
          </p:nvPr>
        </p:nvSpPr>
        <p:spPr>
          <a:xfrm>
            <a:off x="4852416" y="2633472"/>
            <a:ext cx="2487200" cy="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8" name="Google Shape;1138;p22"/>
          <p:cNvSpPr txBox="1">
            <a:spLocks noGrp="1"/>
          </p:cNvSpPr>
          <p:nvPr>
            <p:ph type="subTitle" idx="6"/>
          </p:nvPr>
        </p:nvSpPr>
        <p:spPr>
          <a:xfrm>
            <a:off x="2182368" y="3462528"/>
            <a:ext cx="2487200" cy="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760762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 and body 3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>
            <a:spLocks noGrp="1"/>
          </p:cNvSpPr>
          <p:nvPr>
            <p:ph type="title"/>
          </p:nvPr>
        </p:nvSpPr>
        <p:spPr>
          <a:xfrm>
            <a:off x="3377184" y="451104"/>
            <a:ext cx="54500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41" name="Google Shape;1141;p23"/>
          <p:cNvSpPr txBox="1">
            <a:spLocks noGrp="1"/>
          </p:cNvSpPr>
          <p:nvPr>
            <p:ph type="body" idx="1"/>
          </p:nvPr>
        </p:nvSpPr>
        <p:spPr>
          <a:xfrm>
            <a:off x="952867" y="1536200"/>
            <a:ext cx="10274000" cy="47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142" name="Google Shape;1142;p23"/>
          <p:cNvCxnSpPr/>
          <p:nvPr/>
        </p:nvCxnSpPr>
        <p:spPr>
          <a:xfrm rot="10800000">
            <a:off x="404000" y="4479167"/>
            <a:ext cx="202400" cy="127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3" name="Google Shape;1143;p23"/>
          <p:cNvCxnSpPr/>
          <p:nvPr/>
        </p:nvCxnSpPr>
        <p:spPr>
          <a:xfrm rot="10800000" flipH="1">
            <a:off x="0" y="5776733"/>
            <a:ext cx="595600" cy="885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400985" y="5557067"/>
            <a:ext cx="389367" cy="390100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98386" y="4299067"/>
            <a:ext cx="390815" cy="391184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9595967" y="393467"/>
            <a:ext cx="1542800" cy="72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11138767" y="-8833"/>
            <a:ext cx="1055200" cy="1115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10752367" y="702567"/>
            <a:ext cx="775733" cy="776467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9378501" y="227834"/>
            <a:ext cx="389367" cy="390100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11677267" y="306200"/>
            <a:ext cx="233333" cy="233333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11320067" y="227833"/>
            <a:ext cx="233351" cy="36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10555134" y="1499467"/>
            <a:ext cx="233351" cy="36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247823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>
            <a:spLocks noGrp="1"/>
          </p:cNvSpPr>
          <p:nvPr>
            <p:ph type="title"/>
          </p:nvPr>
        </p:nvSpPr>
        <p:spPr>
          <a:xfrm>
            <a:off x="965000" y="702567"/>
            <a:ext cx="1026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1185" name="Google Shape;1185;p24"/>
          <p:cNvCxnSpPr/>
          <p:nvPr/>
        </p:nvCxnSpPr>
        <p:spPr>
          <a:xfrm>
            <a:off x="787267" y="5787467"/>
            <a:ext cx="893600" cy="56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6" name="Google Shape;1186;p24"/>
          <p:cNvCxnSpPr/>
          <p:nvPr/>
        </p:nvCxnSpPr>
        <p:spPr>
          <a:xfrm rot="10800000" flipH="1">
            <a:off x="0" y="5776733"/>
            <a:ext cx="787600" cy="885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575634" y="5578367"/>
            <a:ext cx="389367" cy="390100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434386" y="6139567"/>
            <a:ext cx="390815" cy="391184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9595967" y="393467"/>
            <a:ext cx="1542800" cy="72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11138767" y="-8833"/>
            <a:ext cx="1055200" cy="11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10752367" y="702567"/>
            <a:ext cx="775733" cy="776467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9378501" y="227834"/>
            <a:ext cx="389367" cy="390100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11677267" y="306200"/>
            <a:ext cx="233333" cy="233333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11320067" y="227833"/>
            <a:ext cx="233351" cy="36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10555134" y="1499467"/>
            <a:ext cx="233351" cy="36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4686460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5"/>
          <p:cNvSpPr txBox="1">
            <a:spLocks noGrp="1"/>
          </p:cNvSpPr>
          <p:nvPr>
            <p:ph type="title"/>
          </p:nvPr>
        </p:nvSpPr>
        <p:spPr>
          <a:xfrm>
            <a:off x="1194800" y="2645933"/>
            <a:ext cx="4609600" cy="17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1228" name="Google Shape;1228;p25"/>
          <p:cNvCxnSpPr/>
          <p:nvPr/>
        </p:nvCxnSpPr>
        <p:spPr>
          <a:xfrm>
            <a:off x="2194567" y="697500"/>
            <a:ext cx="2230000" cy="16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9" name="Google Shape;1229;p25"/>
          <p:cNvCxnSpPr/>
          <p:nvPr/>
        </p:nvCxnSpPr>
        <p:spPr>
          <a:xfrm rot="10800000" flipH="1">
            <a:off x="1070733" y="706233"/>
            <a:ext cx="1106000" cy="99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0" name="Google Shape;1230;p25"/>
          <p:cNvCxnSpPr/>
          <p:nvPr/>
        </p:nvCxnSpPr>
        <p:spPr>
          <a:xfrm>
            <a:off x="0" y="86933"/>
            <a:ext cx="1062000" cy="158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31" name="Google Shape;1231;p25"/>
          <p:cNvGrpSpPr/>
          <p:nvPr/>
        </p:nvGrpSpPr>
        <p:grpSpPr>
          <a:xfrm flipH="1">
            <a:off x="665867" y="1279567"/>
            <a:ext cx="775733" cy="776467"/>
            <a:chOff x="8064275" y="887850"/>
            <a:chExt cx="581800" cy="582350"/>
          </a:xfrm>
        </p:grpSpPr>
        <p:sp>
          <p:nvSpPr>
            <p:cNvPr id="1232" name="Google Shape;1232;p2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3" name="Google Shape;1233;p2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4" name="Google Shape;1234;p2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6" name="Google Shape;1236;p2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7" name="Google Shape;1237;p2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38" name="Google Shape;1238;p25"/>
          <p:cNvGrpSpPr/>
          <p:nvPr/>
        </p:nvGrpSpPr>
        <p:grpSpPr>
          <a:xfrm flipH="1">
            <a:off x="2000534" y="517467"/>
            <a:ext cx="389367" cy="390100"/>
            <a:chOff x="7353050" y="316275"/>
            <a:chExt cx="292025" cy="292575"/>
          </a:xfrm>
        </p:grpSpPr>
        <p:sp>
          <p:nvSpPr>
            <p:cNvPr id="1239" name="Google Shape;1239;p2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0" name="Google Shape;1240;p2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1" name="Google Shape;1241;p2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2" name="Google Shape;1242;p2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43" name="Google Shape;1243;p25"/>
          <p:cNvSpPr/>
          <p:nvPr/>
        </p:nvSpPr>
        <p:spPr>
          <a:xfrm flipH="1">
            <a:off x="4221708" y="663510"/>
            <a:ext cx="384819" cy="384449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44" name="Google Shape;1244;p25"/>
          <p:cNvSpPr/>
          <p:nvPr/>
        </p:nvSpPr>
        <p:spPr>
          <a:xfrm flipH="1">
            <a:off x="4218719" y="660133"/>
            <a:ext cx="390815" cy="391184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45" name="Google Shape;1245;p25"/>
          <p:cNvSpPr/>
          <p:nvPr/>
        </p:nvSpPr>
        <p:spPr>
          <a:xfrm flipH="1">
            <a:off x="4270374" y="712179"/>
            <a:ext cx="287501" cy="287116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46" name="Google Shape;1246;p25"/>
          <p:cNvSpPr/>
          <p:nvPr/>
        </p:nvSpPr>
        <p:spPr>
          <a:xfrm flipH="1">
            <a:off x="4267368" y="708803"/>
            <a:ext cx="293497" cy="293867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47" name="Google Shape;1247;p25"/>
          <p:cNvSpPr/>
          <p:nvPr/>
        </p:nvSpPr>
        <p:spPr>
          <a:xfrm flipH="1">
            <a:off x="4323522" y="764946"/>
            <a:ext cx="181569" cy="181569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48" name="Google Shape;1248;p25"/>
          <p:cNvSpPr/>
          <p:nvPr/>
        </p:nvSpPr>
        <p:spPr>
          <a:xfrm flipH="1">
            <a:off x="4320146" y="761956"/>
            <a:ext cx="187935" cy="187565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9" name="Google Shape;1249;p25"/>
          <p:cNvGrpSpPr/>
          <p:nvPr/>
        </p:nvGrpSpPr>
        <p:grpSpPr>
          <a:xfrm flipH="1">
            <a:off x="4702817" y="481467"/>
            <a:ext cx="233351" cy="36000"/>
            <a:chOff x="5662375" y="212375"/>
            <a:chExt cx="175013" cy="27000"/>
          </a:xfrm>
        </p:grpSpPr>
        <p:sp>
          <p:nvSpPr>
            <p:cNvPr id="1250" name="Google Shape;1250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1" name="Google Shape;1251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53" name="Google Shape;1253;p25"/>
          <p:cNvGrpSpPr/>
          <p:nvPr/>
        </p:nvGrpSpPr>
        <p:grpSpPr>
          <a:xfrm flipH="1">
            <a:off x="640550" y="323600"/>
            <a:ext cx="233351" cy="36000"/>
            <a:chOff x="5662375" y="212375"/>
            <a:chExt cx="175013" cy="27000"/>
          </a:xfrm>
        </p:grpSpPr>
        <p:sp>
          <p:nvSpPr>
            <p:cNvPr id="1254" name="Google Shape;125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5" name="Google Shape;125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57" name="Google Shape;1257;p25"/>
          <p:cNvGrpSpPr/>
          <p:nvPr/>
        </p:nvGrpSpPr>
        <p:grpSpPr>
          <a:xfrm flipH="1">
            <a:off x="1202283" y="2204833"/>
            <a:ext cx="233351" cy="36000"/>
            <a:chOff x="5662375" y="212375"/>
            <a:chExt cx="175013" cy="27000"/>
          </a:xfrm>
        </p:grpSpPr>
        <p:sp>
          <p:nvSpPr>
            <p:cNvPr id="1258" name="Google Shape;1258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cxnSp>
        <p:nvCxnSpPr>
          <p:cNvPr id="1261" name="Google Shape;1261;p25"/>
          <p:cNvCxnSpPr/>
          <p:nvPr/>
        </p:nvCxnSpPr>
        <p:spPr>
          <a:xfrm>
            <a:off x="1055200" y="5616533"/>
            <a:ext cx="1542800" cy="72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2" name="Google Shape;1262;p25"/>
          <p:cNvCxnSpPr/>
          <p:nvPr/>
        </p:nvCxnSpPr>
        <p:spPr>
          <a:xfrm rot="10800000" flipH="1">
            <a:off x="0" y="5627233"/>
            <a:ext cx="1055200" cy="11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63" name="Google Shape;1263;p25"/>
          <p:cNvGrpSpPr/>
          <p:nvPr/>
        </p:nvGrpSpPr>
        <p:grpSpPr>
          <a:xfrm rot="10800000">
            <a:off x="665867" y="5254567"/>
            <a:ext cx="775733" cy="776467"/>
            <a:chOff x="8064275" y="887850"/>
            <a:chExt cx="581800" cy="582350"/>
          </a:xfrm>
        </p:grpSpPr>
        <p:sp>
          <p:nvSpPr>
            <p:cNvPr id="1264" name="Google Shape;1264;p2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70" name="Google Shape;1270;p25"/>
          <p:cNvGrpSpPr/>
          <p:nvPr/>
        </p:nvGrpSpPr>
        <p:grpSpPr>
          <a:xfrm rot="10800000">
            <a:off x="2426101" y="6115667"/>
            <a:ext cx="389367" cy="390100"/>
            <a:chOff x="7353050" y="316275"/>
            <a:chExt cx="292025" cy="292575"/>
          </a:xfrm>
        </p:grpSpPr>
        <p:sp>
          <p:nvSpPr>
            <p:cNvPr id="1271" name="Google Shape;1271;p2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75" name="Google Shape;1275;p25"/>
          <p:cNvGrpSpPr/>
          <p:nvPr/>
        </p:nvGrpSpPr>
        <p:grpSpPr>
          <a:xfrm rot="10800000">
            <a:off x="283367" y="6194067"/>
            <a:ext cx="233333" cy="233333"/>
            <a:chOff x="8792300" y="321275"/>
            <a:chExt cx="175000" cy="175000"/>
          </a:xfrm>
        </p:grpSpPr>
        <p:sp>
          <p:nvSpPr>
            <p:cNvPr id="1276" name="Google Shape;1276;p25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80" name="Google Shape;1280;p25"/>
          <p:cNvGrpSpPr/>
          <p:nvPr/>
        </p:nvGrpSpPr>
        <p:grpSpPr>
          <a:xfrm rot="10800000">
            <a:off x="640550" y="6469767"/>
            <a:ext cx="233351" cy="36000"/>
            <a:chOff x="5662375" y="212375"/>
            <a:chExt cx="175013" cy="27000"/>
          </a:xfrm>
        </p:grpSpPr>
        <p:sp>
          <p:nvSpPr>
            <p:cNvPr id="1281" name="Google Shape;1281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84" name="Google Shape;1284;p25"/>
          <p:cNvGrpSpPr/>
          <p:nvPr/>
        </p:nvGrpSpPr>
        <p:grpSpPr>
          <a:xfrm rot="10800000">
            <a:off x="1405483" y="5198133"/>
            <a:ext cx="233351" cy="36000"/>
            <a:chOff x="5662375" y="212375"/>
            <a:chExt cx="175013" cy="27000"/>
          </a:xfrm>
        </p:grpSpPr>
        <p:sp>
          <p:nvSpPr>
            <p:cNvPr id="1285" name="Google Shape;1285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7" name="Google Shape;1287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8826097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>
            <a:spLocks noGrp="1"/>
          </p:cNvSpPr>
          <p:nvPr>
            <p:ph type="title"/>
          </p:nvPr>
        </p:nvSpPr>
        <p:spPr>
          <a:xfrm>
            <a:off x="965000" y="702567"/>
            <a:ext cx="1026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1290" name="Google Shape;1290;p26"/>
          <p:cNvCxnSpPr/>
          <p:nvPr/>
        </p:nvCxnSpPr>
        <p:spPr>
          <a:xfrm rot="10800000">
            <a:off x="10812000" y="668367"/>
            <a:ext cx="983600" cy="98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776633" y="376251"/>
            <a:ext cx="1617200" cy="56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2" name="Google Shape;1292;p26"/>
          <p:cNvCxnSpPr/>
          <p:nvPr/>
        </p:nvCxnSpPr>
        <p:spPr>
          <a:xfrm rot="10800000" flipH="1">
            <a:off x="0" y="365584"/>
            <a:ext cx="776800" cy="87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565001" y="167151"/>
            <a:ext cx="389367" cy="390100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2184986" y="744217"/>
            <a:ext cx="390815" cy="391184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2122334" y="483467"/>
            <a:ext cx="233351" cy="36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10868433" y="9167"/>
            <a:ext cx="1336800" cy="6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10431834" y="269833"/>
            <a:ext cx="775733" cy="776467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11598201" y="1489985"/>
            <a:ext cx="389367" cy="390100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11571134" y="2109067"/>
            <a:ext cx="233351" cy="36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6305176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9692944" y="4432733"/>
            <a:ext cx="1510800" cy="408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9575211" y="2776533"/>
            <a:ext cx="1789600" cy="420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9643244" y="981833"/>
            <a:ext cx="1776000" cy="5228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10891244" y="-88800"/>
            <a:ext cx="365200" cy="5428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9876444" y="1713233"/>
            <a:ext cx="775733" cy="776467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10492961" y="3672267"/>
            <a:ext cx="389367" cy="390100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10683278" y="237567"/>
            <a:ext cx="233333" cy="233333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10068911" y="5173235"/>
            <a:ext cx="390815" cy="391184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11012070" y="430859"/>
            <a:ext cx="233351" cy="36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987800" y="3464433"/>
            <a:ext cx="2230000" cy="16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1129467" y="4738667"/>
            <a:ext cx="1106000" cy="9912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474367" y="5535000"/>
            <a:ext cx="1062000" cy="1584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828634" y="5416033"/>
            <a:ext cx="775733" cy="776467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977101" y="4467734"/>
            <a:ext cx="389367" cy="390100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2126834" y="6387100"/>
            <a:ext cx="233333" cy="233333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836156" y="2251658"/>
            <a:ext cx="384819" cy="384449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833168" y="2248281"/>
            <a:ext cx="390815" cy="391184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884814" y="2300319"/>
            <a:ext cx="287501" cy="287116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881817" y="2296952"/>
            <a:ext cx="293497" cy="293867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937786" y="2352910"/>
            <a:ext cx="181569" cy="181569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934595" y="2350106"/>
            <a:ext cx="187935" cy="187565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2268159" y="2020508"/>
            <a:ext cx="233351" cy="36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2426026" y="6082775"/>
            <a:ext cx="233351" cy="36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544793" y="5521041"/>
            <a:ext cx="233351" cy="36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8068872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348948" y="-1544"/>
            <a:ext cx="11400435" cy="53088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443897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577134" y="0"/>
            <a:ext cx="11037733" cy="68876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6501626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Background 4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9156" y="-8833"/>
            <a:ext cx="12203123" cy="6802733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824274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Main point 2"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31"/>
          <p:cNvGrpSpPr/>
          <p:nvPr/>
        </p:nvGrpSpPr>
        <p:grpSpPr>
          <a:xfrm>
            <a:off x="1799502" y="797889"/>
            <a:ext cx="8604973" cy="4841515"/>
            <a:chOff x="365750" y="1285025"/>
            <a:chExt cx="6934275" cy="3315500"/>
          </a:xfrm>
        </p:grpSpPr>
        <p:sp>
          <p:nvSpPr>
            <p:cNvPr id="1548" name="Google Shape;1548;p31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550" name="Google Shape;1550;p31"/>
          <p:cNvSpPr txBox="1">
            <a:spLocks noGrp="1"/>
          </p:cNvSpPr>
          <p:nvPr>
            <p:ph type="title"/>
          </p:nvPr>
        </p:nvSpPr>
        <p:spPr>
          <a:xfrm>
            <a:off x="3499104" y="1358037"/>
            <a:ext cx="5206000" cy="253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51" name="Google Shape;1551;p31"/>
          <p:cNvGrpSpPr/>
          <p:nvPr/>
        </p:nvGrpSpPr>
        <p:grpSpPr>
          <a:xfrm>
            <a:off x="-9156" y="-8833"/>
            <a:ext cx="12203123" cy="6802733"/>
            <a:chOff x="-6867" y="-6625"/>
            <a:chExt cx="9152342" cy="5102050"/>
          </a:xfrm>
        </p:grpSpPr>
        <p:cxnSp>
          <p:nvCxnSpPr>
            <p:cNvPr id="1552" name="Google Shape;1552;p3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3" name="Google Shape;1553;p31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4" name="Google Shape;1554;p3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5" name="Google Shape;1555;p3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56" name="Google Shape;1556;p3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57" name="Google Shape;1557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563" name="Google Shape;1563;p3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64" name="Google Shape;1564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568" name="Google Shape;1568;p3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69" name="Google Shape;1569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573" name="Google Shape;1573;p3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74" name="Google Shape;1574;p3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580" name="Google Shape;1580;p3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81" name="Google Shape;158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2" name="Google Shape;158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3" name="Google Shape;158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cxnSp>
          <p:nvCxnSpPr>
            <p:cNvPr id="1584" name="Google Shape;1584;p3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5" name="Google Shape;1585;p3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6" name="Google Shape;1586;p3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87" name="Google Shape;1587;p3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594" name="Google Shape;1594;p3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95" name="Google Shape;159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8" name="Google Shape;159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599" name="Google Shape;1599;p3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00" name="Google Shape;160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1604" name="Google Shape;1604;p31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5" name="Google Shape;1605;p31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6" name="Google Shape;1606;p31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610" name="Google Shape;1610;p3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2" name="Google Shape;161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3" name="Google Shape;161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614" name="Google Shape;1614;p3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15" name="Google Shape;161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6" name="Google Shape;161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7" name="Google Shape;161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1618" name="Google Shape;1618;p31"/>
          <p:cNvSpPr txBox="1">
            <a:spLocks noGrp="1"/>
          </p:cNvSpPr>
          <p:nvPr>
            <p:ph type="subTitle" idx="1"/>
          </p:nvPr>
        </p:nvSpPr>
        <p:spPr>
          <a:xfrm>
            <a:off x="4852400" y="3462528"/>
            <a:ext cx="2487200" cy="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925817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32"/>
          <p:cNvSpPr txBox="1">
            <a:spLocks noGrp="1"/>
          </p:cNvSpPr>
          <p:nvPr>
            <p:ph type="body" idx="1"/>
          </p:nvPr>
        </p:nvSpPr>
        <p:spPr>
          <a:xfrm>
            <a:off x="2508467" y="1662467"/>
            <a:ext cx="2844400" cy="46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21" name="Google Shape;1621;p32"/>
          <p:cNvSpPr txBox="1">
            <a:spLocks noGrp="1"/>
          </p:cNvSpPr>
          <p:nvPr>
            <p:ph type="body" idx="2"/>
          </p:nvPr>
        </p:nvSpPr>
        <p:spPr>
          <a:xfrm>
            <a:off x="5627100" y="1662467"/>
            <a:ext cx="4133200" cy="46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22" name="Google Shape;1622;p32"/>
          <p:cNvSpPr txBox="1">
            <a:spLocks noGrp="1"/>
          </p:cNvSpPr>
          <p:nvPr>
            <p:ph type="title"/>
          </p:nvPr>
        </p:nvSpPr>
        <p:spPr>
          <a:xfrm>
            <a:off x="3377184" y="451104"/>
            <a:ext cx="54500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23" name="Google Shape;1623;p32"/>
          <p:cNvGrpSpPr/>
          <p:nvPr/>
        </p:nvGrpSpPr>
        <p:grpSpPr>
          <a:xfrm>
            <a:off x="577134" y="0"/>
            <a:ext cx="11037733" cy="6887600"/>
            <a:chOff x="432850" y="0"/>
            <a:chExt cx="8278300" cy="5165700"/>
          </a:xfrm>
        </p:grpSpPr>
        <p:cxnSp>
          <p:nvCxnSpPr>
            <p:cNvPr id="1624" name="Google Shape;1624;p32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625" name="Google Shape;1625;p32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626" name="Google Shape;1626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7" name="Google Shape;1627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8" name="Google Shape;1628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9" name="Google Shape;1629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0" name="Google Shape;1630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1" name="Google Shape;1631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632" name="Google Shape;1632;p32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633" name="Google Shape;1633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4" name="Google Shape;1634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5" name="Google Shape;1635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6" name="Google Shape;1636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637" name="Google Shape;1637;p32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638" name="Google Shape;1638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39" name="Google Shape;1639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0" name="Google Shape;1640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1" name="Google Shape;1641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cxnSp>
          <p:nvCxnSpPr>
            <p:cNvPr id="1642" name="Google Shape;1642;p32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643" name="Google Shape;1643;p32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644" name="Google Shape;1644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5" name="Google Shape;1645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6" name="Google Shape;1646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7" name="Google Shape;1647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8" name="Google Shape;1648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49" name="Google Shape;1649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650" name="Google Shape;1650;p32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651" name="Google Shape;1651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2" name="Google Shape;1652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3" name="Google Shape;1653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4" name="Google Shape;1654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655" name="Google Shape;1655;p32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656" name="Google Shape;1656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7" name="Google Shape;1657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8" name="Google Shape;1658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59" name="Google Shape;1659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660" name="Google Shape;1660;p32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661" name="Google Shape;1661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62" name="Google Shape;1662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63" name="Google Shape;1663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664" name="Google Shape;1664;p32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665" name="Google Shape;1665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66" name="Google Shape;1666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67" name="Google Shape;1667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668" name="Google Shape;1668;p32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69" name="Google Shape;1669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70" name="Google Shape;1670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71" name="Google Shape;1671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672" name="Google Shape;1672;p32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73" name="Google Shape;1673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74" name="Google Shape;1674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75" name="Google Shape;1675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cxnSp>
          <p:nvCxnSpPr>
            <p:cNvPr id="1676" name="Google Shape;1676;p32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7" name="Google Shape;1677;p32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78" name="Google Shape;1678;p32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9" name="Google Shape;1679;p32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0" name="Google Shape;1680;p32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1" name="Google Shape;1681;p32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9481856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4830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65000" y="702567"/>
            <a:ext cx="1026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1964145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33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684" name="Google Shape;1684;p33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43124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r" rtl="1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.png"/><Relationship Id="rId5" Type="http://schemas.openxmlformats.org/officeDocument/2006/relationships/slide" Target="slide6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02D2E5-930B-03BD-7FD8-03A45EA4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dirty="0">
                <a:latin typeface="Barlow Semi Condensed" panose="00000506000000000000" pitchFamily="2" charset="0"/>
              </a:rPr>
              <a:t>UVM Sequence &amp; Sequencer</a:t>
            </a:r>
            <a:endParaRPr lang="he-IL" sz="5400" dirty="0">
              <a:latin typeface="Barlow Semi Condensed" panose="000005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030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D7666-9A98-4E66-41BB-3511BCB38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Barlow Semi Condensed" panose="00000506000000000000" pitchFamily="2" charset="0"/>
                <a:sym typeface="Fjalla One"/>
              </a:rPr>
              <a:t>uvm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Barlow Semi Condensed" panose="00000506000000000000" pitchFamily="2" charset="0"/>
                <a:sym typeface="Fjalla One"/>
              </a:rPr>
              <a:t> sequence communication</a:t>
            </a:r>
            <a:endParaRPr kumimoji="0" lang="he-IL" sz="2800" b="0" i="0" u="none" strike="noStrike" kern="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Barlow Semi Condensed" panose="00000506000000000000" pitchFamily="2" charset="0"/>
              <a:sym typeface="Fjalla One"/>
            </a:endParaRPr>
          </a:p>
        </p:txBody>
      </p:sp>
      <p:sp>
        <p:nvSpPr>
          <p:cNvPr id="4" name="Oval 3">
            <a:hlinkClick r:id="rId2" action="ppaction://hlinksldjump"/>
            <a:extLst>
              <a:ext uri="{FF2B5EF4-FFF2-40B4-BE49-F238E27FC236}">
                <a16:creationId xmlns:a16="http://schemas.microsoft.com/office/drawing/2014/main" id="{94ACE390-6262-5414-AD1B-BB9F03DFC083}"/>
              </a:ext>
            </a:extLst>
          </p:cNvPr>
          <p:cNvSpPr>
            <a:spLocks/>
          </p:cNvSpPr>
          <p:nvPr/>
        </p:nvSpPr>
        <p:spPr>
          <a:xfrm>
            <a:off x="802256" y="1604513"/>
            <a:ext cx="2863970" cy="2863970"/>
          </a:xfrm>
          <a:custGeom>
            <a:avLst/>
            <a:gdLst>
              <a:gd name="connsiteX0" fmla="*/ 0 w 2863970"/>
              <a:gd name="connsiteY0" fmla="*/ 1431985 h 2863970"/>
              <a:gd name="connsiteX1" fmla="*/ 1431985 w 2863970"/>
              <a:gd name="connsiteY1" fmla="*/ 0 h 2863970"/>
              <a:gd name="connsiteX2" fmla="*/ 2863970 w 2863970"/>
              <a:gd name="connsiteY2" fmla="*/ 1431985 h 2863970"/>
              <a:gd name="connsiteX3" fmla="*/ 1431985 w 2863970"/>
              <a:gd name="connsiteY3" fmla="*/ 2863970 h 2863970"/>
              <a:gd name="connsiteX4" fmla="*/ 0 w 2863970"/>
              <a:gd name="connsiteY4" fmla="*/ 1431985 h 2863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63970" h="2863970" fill="none" extrusionOk="0">
                <a:moveTo>
                  <a:pt x="0" y="1431985"/>
                </a:moveTo>
                <a:cubicBezTo>
                  <a:pt x="96734" y="652597"/>
                  <a:pt x="694057" y="-108940"/>
                  <a:pt x="1431985" y="0"/>
                </a:cubicBezTo>
                <a:cubicBezTo>
                  <a:pt x="2132222" y="-13878"/>
                  <a:pt x="2815301" y="686944"/>
                  <a:pt x="2863970" y="1431985"/>
                </a:cubicBezTo>
                <a:cubicBezTo>
                  <a:pt x="2860057" y="2185530"/>
                  <a:pt x="2165627" y="2943490"/>
                  <a:pt x="1431985" y="2863970"/>
                </a:cubicBezTo>
                <a:cubicBezTo>
                  <a:pt x="701254" y="2897634"/>
                  <a:pt x="27216" y="2229392"/>
                  <a:pt x="0" y="1431985"/>
                </a:cubicBezTo>
                <a:close/>
              </a:path>
              <a:path w="2863970" h="2863970" stroke="0" extrusionOk="0">
                <a:moveTo>
                  <a:pt x="0" y="1431985"/>
                </a:moveTo>
                <a:cubicBezTo>
                  <a:pt x="-11117" y="634265"/>
                  <a:pt x="570222" y="26610"/>
                  <a:pt x="1431985" y="0"/>
                </a:cubicBezTo>
                <a:cubicBezTo>
                  <a:pt x="2322082" y="20891"/>
                  <a:pt x="2842533" y="641804"/>
                  <a:pt x="2863970" y="1431985"/>
                </a:cubicBezTo>
                <a:cubicBezTo>
                  <a:pt x="2765872" y="2318646"/>
                  <a:pt x="2207400" y="2949355"/>
                  <a:pt x="1431985" y="2863970"/>
                </a:cubicBezTo>
                <a:cubicBezTo>
                  <a:pt x="503959" y="2788925"/>
                  <a:pt x="52605" y="2247983"/>
                  <a:pt x="0" y="1431985"/>
                </a:cubicBezTo>
                <a:close/>
              </a:path>
            </a:pathLst>
          </a:custGeom>
          <a:solidFill>
            <a:schemeClr val="accent4"/>
          </a:solidFill>
          <a:ln w="190500" cmpd="dbl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rlow Semi Condensed" panose="00000506000000000000" pitchFamily="2" charset="0"/>
                <a:sym typeface="Arial"/>
              </a:rPr>
              <a:t>sequence</a:t>
            </a:r>
            <a:endParaRPr kumimoji="0" lang="he-IL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arlow Semi Condensed" panose="00000506000000000000" pitchFamily="2" charset="0"/>
              <a:sym typeface="Arial"/>
            </a:endParaRPr>
          </a:p>
        </p:txBody>
      </p:sp>
      <p:sp>
        <p:nvSpPr>
          <p:cNvPr id="6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943E2B0D-DAB4-FF72-BC40-FCF277CB60B9}"/>
              </a:ext>
            </a:extLst>
          </p:cNvPr>
          <p:cNvSpPr/>
          <p:nvPr/>
        </p:nvSpPr>
        <p:spPr>
          <a:xfrm>
            <a:off x="8525776" y="2260120"/>
            <a:ext cx="2863970" cy="1552755"/>
          </a:xfrm>
          <a:custGeom>
            <a:avLst/>
            <a:gdLst>
              <a:gd name="connsiteX0" fmla="*/ 0 w 2863970"/>
              <a:gd name="connsiteY0" fmla="*/ 0 h 1552755"/>
              <a:gd name="connsiteX1" fmla="*/ 544154 w 2863970"/>
              <a:gd name="connsiteY1" fmla="*/ 0 h 1552755"/>
              <a:gd name="connsiteX2" fmla="*/ 1031029 w 2863970"/>
              <a:gd name="connsiteY2" fmla="*/ 0 h 1552755"/>
              <a:gd name="connsiteX3" fmla="*/ 1546544 w 2863970"/>
              <a:gd name="connsiteY3" fmla="*/ 0 h 1552755"/>
              <a:gd name="connsiteX4" fmla="*/ 2147978 w 2863970"/>
              <a:gd name="connsiteY4" fmla="*/ 0 h 1552755"/>
              <a:gd name="connsiteX5" fmla="*/ 2863970 w 2863970"/>
              <a:gd name="connsiteY5" fmla="*/ 0 h 1552755"/>
              <a:gd name="connsiteX6" fmla="*/ 2863970 w 2863970"/>
              <a:gd name="connsiteY6" fmla="*/ 486530 h 1552755"/>
              <a:gd name="connsiteX7" fmla="*/ 2863970 w 2863970"/>
              <a:gd name="connsiteY7" fmla="*/ 957532 h 1552755"/>
              <a:gd name="connsiteX8" fmla="*/ 2863970 w 2863970"/>
              <a:gd name="connsiteY8" fmla="*/ 1552755 h 1552755"/>
              <a:gd name="connsiteX9" fmla="*/ 2291176 w 2863970"/>
              <a:gd name="connsiteY9" fmla="*/ 1552755 h 1552755"/>
              <a:gd name="connsiteX10" fmla="*/ 1775661 w 2863970"/>
              <a:gd name="connsiteY10" fmla="*/ 1552755 h 1552755"/>
              <a:gd name="connsiteX11" fmla="*/ 1145588 w 2863970"/>
              <a:gd name="connsiteY11" fmla="*/ 1552755 h 1552755"/>
              <a:gd name="connsiteX12" fmla="*/ 601434 w 2863970"/>
              <a:gd name="connsiteY12" fmla="*/ 1552755 h 1552755"/>
              <a:gd name="connsiteX13" fmla="*/ 0 w 2863970"/>
              <a:gd name="connsiteY13" fmla="*/ 1552755 h 1552755"/>
              <a:gd name="connsiteX14" fmla="*/ 0 w 2863970"/>
              <a:gd name="connsiteY14" fmla="*/ 1019642 h 1552755"/>
              <a:gd name="connsiteX15" fmla="*/ 0 w 2863970"/>
              <a:gd name="connsiteY15" fmla="*/ 517585 h 1552755"/>
              <a:gd name="connsiteX16" fmla="*/ 0 w 2863970"/>
              <a:gd name="connsiteY16" fmla="*/ 0 h 1552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863970" h="1552755" fill="none" extrusionOk="0">
                <a:moveTo>
                  <a:pt x="0" y="0"/>
                </a:moveTo>
                <a:cubicBezTo>
                  <a:pt x="179530" y="-11612"/>
                  <a:pt x="353621" y="20713"/>
                  <a:pt x="544154" y="0"/>
                </a:cubicBezTo>
                <a:cubicBezTo>
                  <a:pt x="734687" y="-20713"/>
                  <a:pt x="893547" y="24037"/>
                  <a:pt x="1031029" y="0"/>
                </a:cubicBezTo>
                <a:cubicBezTo>
                  <a:pt x="1168512" y="-24037"/>
                  <a:pt x="1442814" y="-10102"/>
                  <a:pt x="1546544" y="0"/>
                </a:cubicBezTo>
                <a:cubicBezTo>
                  <a:pt x="1650275" y="10102"/>
                  <a:pt x="1858938" y="12039"/>
                  <a:pt x="2147978" y="0"/>
                </a:cubicBezTo>
                <a:cubicBezTo>
                  <a:pt x="2437018" y="-12039"/>
                  <a:pt x="2522943" y="-17179"/>
                  <a:pt x="2863970" y="0"/>
                </a:cubicBezTo>
                <a:cubicBezTo>
                  <a:pt x="2840672" y="193059"/>
                  <a:pt x="2861972" y="338509"/>
                  <a:pt x="2863970" y="486530"/>
                </a:cubicBezTo>
                <a:cubicBezTo>
                  <a:pt x="2865969" y="634551"/>
                  <a:pt x="2871728" y="778552"/>
                  <a:pt x="2863970" y="957532"/>
                </a:cubicBezTo>
                <a:cubicBezTo>
                  <a:pt x="2856212" y="1136512"/>
                  <a:pt x="2884705" y="1321729"/>
                  <a:pt x="2863970" y="1552755"/>
                </a:cubicBezTo>
                <a:cubicBezTo>
                  <a:pt x="2665644" y="1570118"/>
                  <a:pt x="2457862" y="1549936"/>
                  <a:pt x="2291176" y="1552755"/>
                </a:cubicBezTo>
                <a:cubicBezTo>
                  <a:pt x="2124490" y="1555574"/>
                  <a:pt x="1983289" y="1560975"/>
                  <a:pt x="1775661" y="1552755"/>
                </a:cubicBezTo>
                <a:cubicBezTo>
                  <a:pt x="1568034" y="1544535"/>
                  <a:pt x="1275337" y="1563979"/>
                  <a:pt x="1145588" y="1552755"/>
                </a:cubicBezTo>
                <a:cubicBezTo>
                  <a:pt x="1015839" y="1541531"/>
                  <a:pt x="756978" y="1547459"/>
                  <a:pt x="601434" y="1552755"/>
                </a:cubicBezTo>
                <a:cubicBezTo>
                  <a:pt x="445890" y="1558051"/>
                  <a:pt x="171429" y="1548018"/>
                  <a:pt x="0" y="1552755"/>
                </a:cubicBezTo>
                <a:cubicBezTo>
                  <a:pt x="-13688" y="1311151"/>
                  <a:pt x="22775" y="1197179"/>
                  <a:pt x="0" y="1019642"/>
                </a:cubicBezTo>
                <a:cubicBezTo>
                  <a:pt x="-22775" y="842105"/>
                  <a:pt x="-5799" y="707958"/>
                  <a:pt x="0" y="517585"/>
                </a:cubicBezTo>
                <a:cubicBezTo>
                  <a:pt x="5799" y="327212"/>
                  <a:pt x="1828" y="144818"/>
                  <a:pt x="0" y="0"/>
                </a:cubicBezTo>
                <a:close/>
              </a:path>
              <a:path w="2863970" h="1552755" stroke="0" extrusionOk="0">
                <a:moveTo>
                  <a:pt x="0" y="0"/>
                </a:moveTo>
                <a:cubicBezTo>
                  <a:pt x="159126" y="-5347"/>
                  <a:pt x="348595" y="1961"/>
                  <a:pt x="544154" y="0"/>
                </a:cubicBezTo>
                <a:cubicBezTo>
                  <a:pt x="739713" y="-1961"/>
                  <a:pt x="815596" y="-18795"/>
                  <a:pt x="1031029" y="0"/>
                </a:cubicBezTo>
                <a:cubicBezTo>
                  <a:pt x="1246463" y="18795"/>
                  <a:pt x="1351592" y="27198"/>
                  <a:pt x="1661103" y="0"/>
                </a:cubicBezTo>
                <a:cubicBezTo>
                  <a:pt x="1970614" y="-27198"/>
                  <a:pt x="2020304" y="-2813"/>
                  <a:pt x="2205257" y="0"/>
                </a:cubicBezTo>
                <a:cubicBezTo>
                  <a:pt x="2390210" y="2813"/>
                  <a:pt x="2638330" y="-15956"/>
                  <a:pt x="2863970" y="0"/>
                </a:cubicBezTo>
                <a:cubicBezTo>
                  <a:pt x="2879251" y="161621"/>
                  <a:pt x="2839665" y="281750"/>
                  <a:pt x="2863970" y="548640"/>
                </a:cubicBezTo>
                <a:cubicBezTo>
                  <a:pt x="2888275" y="815530"/>
                  <a:pt x="2861499" y="960529"/>
                  <a:pt x="2863970" y="1066225"/>
                </a:cubicBezTo>
                <a:cubicBezTo>
                  <a:pt x="2866441" y="1171922"/>
                  <a:pt x="2871219" y="1384145"/>
                  <a:pt x="2863970" y="1552755"/>
                </a:cubicBezTo>
                <a:cubicBezTo>
                  <a:pt x="2696684" y="1550367"/>
                  <a:pt x="2563685" y="1559590"/>
                  <a:pt x="2348455" y="1552755"/>
                </a:cubicBezTo>
                <a:cubicBezTo>
                  <a:pt x="2133225" y="1545920"/>
                  <a:pt x="2017347" y="1574640"/>
                  <a:pt x="1775661" y="1552755"/>
                </a:cubicBezTo>
                <a:cubicBezTo>
                  <a:pt x="1533975" y="1530870"/>
                  <a:pt x="1440886" y="1537458"/>
                  <a:pt x="1202867" y="1552755"/>
                </a:cubicBezTo>
                <a:cubicBezTo>
                  <a:pt x="964848" y="1568052"/>
                  <a:pt x="873602" y="1541962"/>
                  <a:pt x="658713" y="1552755"/>
                </a:cubicBezTo>
                <a:cubicBezTo>
                  <a:pt x="443824" y="1563548"/>
                  <a:pt x="136128" y="1559363"/>
                  <a:pt x="0" y="1552755"/>
                </a:cubicBezTo>
                <a:cubicBezTo>
                  <a:pt x="8801" y="1280222"/>
                  <a:pt x="789" y="1194884"/>
                  <a:pt x="0" y="1004115"/>
                </a:cubicBezTo>
                <a:cubicBezTo>
                  <a:pt x="-789" y="813346"/>
                  <a:pt x="6808" y="714531"/>
                  <a:pt x="0" y="455475"/>
                </a:cubicBezTo>
                <a:cubicBezTo>
                  <a:pt x="-6808" y="196419"/>
                  <a:pt x="22499" y="121474"/>
                  <a:pt x="0" y="0"/>
                </a:cubicBezTo>
                <a:close/>
              </a:path>
            </a:pathLst>
          </a:custGeom>
          <a:ln cmpd="tri">
            <a:solidFill>
              <a:schemeClr val="tx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Barlow Semi Condensed" panose="00000506000000000000" pitchFamily="2" charset="0"/>
              </a:rPr>
              <a:t>sequencer</a:t>
            </a:r>
            <a:endParaRPr lang="he-IL" sz="2000" dirty="0">
              <a:solidFill>
                <a:schemeClr val="tx1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7" name="Rectangle: Rounded Corners 6">
            <a:hlinkClick r:id="rId4" action="ppaction://hlinksldjump"/>
            <a:extLst>
              <a:ext uri="{FF2B5EF4-FFF2-40B4-BE49-F238E27FC236}">
                <a16:creationId xmlns:a16="http://schemas.microsoft.com/office/drawing/2014/main" id="{EA9CC9EF-7E29-E9F6-3EC3-EC2A3F600B45}"/>
              </a:ext>
            </a:extLst>
          </p:cNvPr>
          <p:cNvSpPr/>
          <p:nvPr/>
        </p:nvSpPr>
        <p:spPr>
          <a:xfrm>
            <a:off x="5106838" y="2100408"/>
            <a:ext cx="2122098" cy="768000"/>
          </a:xfrm>
          <a:custGeom>
            <a:avLst/>
            <a:gdLst>
              <a:gd name="connsiteX0" fmla="*/ 0 w 2122098"/>
              <a:gd name="connsiteY0" fmla="*/ 128003 h 768000"/>
              <a:gd name="connsiteX1" fmla="*/ 128003 w 2122098"/>
              <a:gd name="connsiteY1" fmla="*/ 0 h 768000"/>
              <a:gd name="connsiteX2" fmla="*/ 768695 w 2122098"/>
              <a:gd name="connsiteY2" fmla="*/ 0 h 768000"/>
              <a:gd name="connsiteX3" fmla="*/ 1390725 w 2122098"/>
              <a:gd name="connsiteY3" fmla="*/ 0 h 768000"/>
              <a:gd name="connsiteX4" fmla="*/ 1994095 w 2122098"/>
              <a:gd name="connsiteY4" fmla="*/ 0 h 768000"/>
              <a:gd name="connsiteX5" fmla="*/ 2122098 w 2122098"/>
              <a:gd name="connsiteY5" fmla="*/ 128003 h 768000"/>
              <a:gd name="connsiteX6" fmla="*/ 2122098 w 2122098"/>
              <a:gd name="connsiteY6" fmla="*/ 639997 h 768000"/>
              <a:gd name="connsiteX7" fmla="*/ 1994095 w 2122098"/>
              <a:gd name="connsiteY7" fmla="*/ 768000 h 768000"/>
              <a:gd name="connsiteX8" fmla="*/ 1353403 w 2122098"/>
              <a:gd name="connsiteY8" fmla="*/ 768000 h 768000"/>
              <a:gd name="connsiteX9" fmla="*/ 787356 w 2122098"/>
              <a:gd name="connsiteY9" fmla="*/ 768000 h 768000"/>
              <a:gd name="connsiteX10" fmla="*/ 128003 w 2122098"/>
              <a:gd name="connsiteY10" fmla="*/ 768000 h 768000"/>
              <a:gd name="connsiteX11" fmla="*/ 0 w 2122098"/>
              <a:gd name="connsiteY11" fmla="*/ 639997 h 768000"/>
              <a:gd name="connsiteX12" fmla="*/ 0 w 2122098"/>
              <a:gd name="connsiteY12" fmla="*/ 128003 h 7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22098" h="768000" fill="none" extrusionOk="0">
                <a:moveTo>
                  <a:pt x="0" y="128003"/>
                </a:moveTo>
                <a:cubicBezTo>
                  <a:pt x="-14347" y="59665"/>
                  <a:pt x="45633" y="-8056"/>
                  <a:pt x="128003" y="0"/>
                </a:cubicBezTo>
                <a:cubicBezTo>
                  <a:pt x="395874" y="-18280"/>
                  <a:pt x="553237" y="14825"/>
                  <a:pt x="768695" y="0"/>
                </a:cubicBezTo>
                <a:cubicBezTo>
                  <a:pt x="984153" y="-14825"/>
                  <a:pt x="1150672" y="21819"/>
                  <a:pt x="1390725" y="0"/>
                </a:cubicBezTo>
                <a:cubicBezTo>
                  <a:pt x="1630778" y="-21819"/>
                  <a:pt x="1757298" y="-7686"/>
                  <a:pt x="1994095" y="0"/>
                </a:cubicBezTo>
                <a:cubicBezTo>
                  <a:pt x="2051532" y="546"/>
                  <a:pt x="2124770" y="52492"/>
                  <a:pt x="2122098" y="128003"/>
                </a:cubicBezTo>
                <a:cubicBezTo>
                  <a:pt x="2113652" y="337391"/>
                  <a:pt x="2130973" y="495298"/>
                  <a:pt x="2122098" y="639997"/>
                </a:cubicBezTo>
                <a:cubicBezTo>
                  <a:pt x="2129928" y="726194"/>
                  <a:pt x="2062955" y="768967"/>
                  <a:pt x="1994095" y="768000"/>
                </a:cubicBezTo>
                <a:cubicBezTo>
                  <a:pt x="1695338" y="779557"/>
                  <a:pt x="1559861" y="740189"/>
                  <a:pt x="1353403" y="768000"/>
                </a:cubicBezTo>
                <a:cubicBezTo>
                  <a:pt x="1146945" y="795811"/>
                  <a:pt x="934029" y="794644"/>
                  <a:pt x="787356" y="768000"/>
                </a:cubicBezTo>
                <a:cubicBezTo>
                  <a:pt x="640683" y="741356"/>
                  <a:pt x="333556" y="771168"/>
                  <a:pt x="128003" y="768000"/>
                </a:cubicBezTo>
                <a:cubicBezTo>
                  <a:pt x="61817" y="769578"/>
                  <a:pt x="2941" y="720597"/>
                  <a:pt x="0" y="639997"/>
                </a:cubicBezTo>
                <a:cubicBezTo>
                  <a:pt x="-7550" y="514388"/>
                  <a:pt x="22625" y="343678"/>
                  <a:pt x="0" y="128003"/>
                </a:cubicBezTo>
                <a:close/>
              </a:path>
              <a:path w="2122098" h="768000" stroke="0" extrusionOk="0">
                <a:moveTo>
                  <a:pt x="0" y="128003"/>
                </a:moveTo>
                <a:cubicBezTo>
                  <a:pt x="-4633" y="54451"/>
                  <a:pt x="44128" y="4947"/>
                  <a:pt x="128003" y="0"/>
                </a:cubicBezTo>
                <a:cubicBezTo>
                  <a:pt x="351483" y="1437"/>
                  <a:pt x="541561" y="10716"/>
                  <a:pt x="787356" y="0"/>
                </a:cubicBezTo>
                <a:cubicBezTo>
                  <a:pt x="1033151" y="-10716"/>
                  <a:pt x="1175028" y="23445"/>
                  <a:pt x="1390725" y="0"/>
                </a:cubicBezTo>
                <a:cubicBezTo>
                  <a:pt x="1606422" y="-23445"/>
                  <a:pt x="1702515" y="26924"/>
                  <a:pt x="1994095" y="0"/>
                </a:cubicBezTo>
                <a:cubicBezTo>
                  <a:pt x="2061860" y="-9433"/>
                  <a:pt x="2125445" y="44922"/>
                  <a:pt x="2122098" y="128003"/>
                </a:cubicBezTo>
                <a:cubicBezTo>
                  <a:pt x="2134713" y="251216"/>
                  <a:pt x="2120804" y="434622"/>
                  <a:pt x="2122098" y="639997"/>
                </a:cubicBezTo>
                <a:cubicBezTo>
                  <a:pt x="2121015" y="700362"/>
                  <a:pt x="2062665" y="770952"/>
                  <a:pt x="1994095" y="768000"/>
                </a:cubicBezTo>
                <a:cubicBezTo>
                  <a:pt x="1817338" y="776418"/>
                  <a:pt x="1546804" y="757939"/>
                  <a:pt x="1409386" y="768000"/>
                </a:cubicBezTo>
                <a:cubicBezTo>
                  <a:pt x="1271968" y="778061"/>
                  <a:pt x="1038612" y="740177"/>
                  <a:pt x="787356" y="768000"/>
                </a:cubicBezTo>
                <a:cubicBezTo>
                  <a:pt x="536100" y="795824"/>
                  <a:pt x="328584" y="760178"/>
                  <a:pt x="128003" y="768000"/>
                </a:cubicBezTo>
                <a:cubicBezTo>
                  <a:pt x="59842" y="765497"/>
                  <a:pt x="11831" y="703062"/>
                  <a:pt x="0" y="639997"/>
                </a:cubicBezTo>
                <a:cubicBezTo>
                  <a:pt x="-24067" y="438689"/>
                  <a:pt x="-23484" y="368076"/>
                  <a:pt x="0" y="128003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Barlow Semi Condensed" panose="00000506000000000000" pitchFamily="2" charset="0"/>
              </a:rPr>
              <a:t>sequence item</a:t>
            </a:r>
            <a:endParaRPr lang="he-IL" sz="2000" dirty="0">
              <a:solidFill>
                <a:schemeClr val="tx1"/>
              </a:solidFill>
              <a:latin typeface="Barlow Semi Condensed" panose="00000506000000000000" pitchFamily="2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31A9740-97C7-BA29-9563-52A5E570C1AE}"/>
              </a:ext>
            </a:extLst>
          </p:cNvPr>
          <p:cNvCxnSpPr>
            <a:cxnSpLocks/>
            <a:stCxn id="4" idx="6"/>
            <a:endCxn id="6" idx="1"/>
          </p:cNvCxnSpPr>
          <p:nvPr/>
        </p:nvCxnSpPr>
        <p:spPr>
          <a:xfrm>
            <a:off x="3666226" y="3036498"/>
            <a:ext cx="4859550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A1C524A-86B0-9AB6-1DD3-A4D0BECB993A}"/>
              </a:ext>
            </a:extLst>
          </p:cNvPr>
          <p:cNvCxnSpPr>
            <a:cxnSpLocks/>
          </p:cNvCxnSpPr>
          <p:nvPr/>
        </p:nvCxnSpPr>
        <p:spPr>
          <a:xfrm>
            <a:off x="366298" y="0"/>
            <a:ext cx="113747" cy="835104"/>
          </a:xfrm>
          <a:prstGeom prst="straightConnector1">
            <a:avLst/>
          </a:prstGeom>
          <a:ln w="6350">
            <a:solidFill>
              <a:srgbClr val="6D6D6D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" name="Google Shape;2162;p39">
            <a:extLst>
              <a:ext uri="{FF2B5EF4-FFF2-40B4-BE49-F238E27FC236}">
                <a16:creationId xmlns:a16="http://schemas.microsoft.com/office/drawing/2014/main" id="{6B9404B0-532C-713B-217D-E95B5624D5BC}"/>
              </a:ext>
            </a:extLst>
          </p:cNvPr>
          <p:cNvGrpSpPr/>
          <p:nvPr/>
        </p:nvGrpSpPr>
        <p:grpSpPr>
          <a:xfrm>
            <a:off x="282757" y="721268"/>
            <a:ext cx="413626" cy="413626"/>
            <a:chOff x="3614228" y="234880"/>
            <a:chExt cx="1915500" cy="1915500"/>
          </a:xfrm>
        </p:grpSpPr>
        <p:sp>
          <p:nvSpPr>
            <p:cNvPr id="21" name="Google Shape;2163;p39">
              <a:extLst>
                <a:ext uri="{FF2B5EF4-FFF2-40B4-BE49-F238E27FC236}">
                  <a16:creationId xmlns:a16="http://schemas.microsoft.com/office/drawing/2014/main" id="{3EDE1440-17D3-9AF7-F360-3310DD7A1297}"/>
                </a:ext>
              </a:extLst>
            </p:cNvPr>
            <p:cNvSpPr/>
            <p:nvPr/>
          </p:nvSpPr>
          <p:spPr>
            <a:xfrm>
              <a:off x="3614228" y="234880"/>
              <a:ext cx="1915500" cy="19155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164;p39">
              <a:extLst>
                <a:ext uri="{FF2B5EF4-FFF2-40B4-BE49-F238E27FC236}">
                  <a16:creationId xmlns:a16="http://schemas.microsoft.com/office/drawing/2014/main" id="{3D273704-2F36-A1AC-0D5B-F6347AC7251A}"/>
                </a:ext>
              </a:extLst>
            </p:cNvPr>
            <p:cNvSpPr/>
            <p:nvPr/>
          </p:nvSpPr>
          <p:spPr>
            <a:xfrm>
              <a:off x="3869711" y="490401"/>
              <a:ext cx="1404000" cy="14040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1279654-1188-E8E4-0848-2206B9BE9E1D}"/>
              </a:ext>
            </a:extLst>
          </p:cNvPr>
          <p:cNvGrpSpPr/>
          <p:nvPr/>
        </p:nvGrpSpPr>
        <p:grpSpPr>
          <a:xfrm>
            <a:off x="4355649" y="4221553"/>
            <a:ext cx="3480501" cy="1145236"/>
            <a:chOff x="4355649" y="4221553"/>
            <a:chExt cx="3480501" cy="1145236"/>
          </a:xfrm>
        </p:grpSpPr>
        <p:grpSp>
          <p:nvGrpSpPr>
            <p:cNvPr id="28" name="Google Shape;2620;p47">
              <a:extLst>
                <a:ext uri="{FF2B5EF4-FFF2-40B4-BE49-F238E27FC236}">
                  <a16:creationId xmlns:a16="http://schemas.microsoft.com/office/drawing/2014/main" id="{B30C6223-2ED0-785F-5F06-6119B3450707}"/>
                </a:ext>
              </a:extLst>
            </p:cNvPr>
            <p:cNvGrpSpPr/>
            <p:nvPr/>
          </p:nvGrpSpPr>
          <p:grpSpPr>
            <a:xfrm>
              <a:off x="4355850" y="4221553"/>
              <a:ext cx="3480300" cy="1145236"/>
              <a:chOff x="2771600" y="526920"/>
              <a:chExt cx="3480300" cy="1145236"/>
            </a:xfrm>
          </p:grpSpPr>
          <p:sp>
            <p:nvSpPr>
              <p:cNvPr id="29" name="Google Shape;2621;p47">
                <a:extLst>
                  <a:ext uri="{FF2B5EF4-FFF2-40B4-BE49-F238E27FC236}">
                    <a16:creationId xmlns:a16="http://schemas.microsoft.com/office/drawing/2014/main" id="{0F079F9D-65FF-11E6-49F3-C65C9B6C8748}"/>
                  </a:ext>
                </a:extLst>
              </p:cNvPr>
              <p:cNvSpPr/>
              <p:nvPr/>
            </p:nvSpPr>
            <p:spPr>
              <a:xfrm>
                <a:off x="2771600" y="526920"/>
                <a:ext cx="3480300" cy="1145236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2622;p47">
                <a:extLst>
                  <a:ext uri="{FF2B5EF4-FFF2-40B4-BE49-F238E27FC236}">
                    <a16:creationId xmlns:a16="http://schemas.microsoft.com/office/drawing/2014/main" id="{5A6A35F5-C419-DEFA-32C8-06810BC1AF94}"/>
                  </a:ext>
                </a:extLst>
              </p:cNvPr>
              <p:cNvSpPr/>
              <p:nvPr/>
            </p:nvSpPr>
            <p:spPr>
              <a:xfrm>
                <a:off x="2849650" y="606775"/>
                <a:ext cx="3324000" cy="9855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1" name="Google Shape;2631;p47">
              <a:hlinkClick r:id="rId5" action="ppaction://hlinksldjump"/>
              <a:extLst>
                <a:ext uri="{FF2B5EF4-FFF2-40B4-BE49-F238E27FC236}">
                  <a16:creationId xmlns:a16="http://schemas.microsoft.com/office/drawing/2014/main" id="{9EA50800-A7D5-664A-B511-675B1C13DF2C}"/>
                </a:ext>
              </a:extLst>
            </p:cNvPr>
            <p:cNvSpPr txBox="1">
              <a:spLocks/>
            </p:cNvSpPr>
            <p:nvPr/>
          </p:nvSpPr>
          <p:spPr>
            <a:xfrm>
              <a:off x="4355649" y="4221553"/>
              <a:ext cx="3480300" cy="11452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609585" marR="0" lvl="0" indent="-406390" algn="r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200"/>
                <a:buFont typeface="Barlow Semi Condensed Medium"/>
                <a:buAutoNum type="arabicPeriod"/>
                <a:defRPr sz="1600" b="0" i="0" u="none" strike="noStrike" cap="none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1pPr>
              <a:lvl2pPr marL="1219170" marR="0" lvl="1" indent="-406390" algn="r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200"/>
                <a:buFont typeface="Roboto Condensed Light"/>
                <a:buAutoNum type="alphaLcPeriod"/>
                <a:defRPr sz="1867" b="0" i="0" u="none" strike="noStrike" cap="none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2pPr>
              <a:lvl3pPr marL="1828754" marR="0" lvl="2" indent="-406390" algn="r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200"/>
                <a:buFont typeface="Roboto Condensed Light"/>
                <a:buAutoNum type="romanLcPeriod"/>
                <a:defRPr sz="1867" b="0" i="0" u="none" strike="noStrike" cap="none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3pPr>
              <a:lvl4pPr marL="2438339" marR="0" lvl="3" indent="-406390" algn="r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200"/>
                <a:buFont typeface="Roboto Condensed Light"/>
                <a:buAutoNum type="arabicPeriod"/>
                <a:defRPr sz="1867" b="0" i="0" u="none" strike="noStrike" cap="none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4pPr>
              <a:lvl5pPr marL="3047924" marR="0" lvl="4" indent="-406390" algn="r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200"/>
                <a:buFont typeface="Roboto Condensed Light"/>
                <a:buAutoNum type="alphaLcPeriod"/>
                <a:defRPr sz="1867" b="0" i="0" u="none" strike="noStrike" cap="none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5pPr>
              <a:lvl6pPr marL="3657509" marR="0" lvl="5" indent="-406390" algn="r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200"/>
                <a:buFont typeface="Roboto Condensed Light"/>
                <a:buAutoNum type="romanLcPeriod"/>
                <a:defRPr sz="1867" b="0" i="0" u="none" strike="noStrike" cap="none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6pPr>
              <a:lvl7pPr marL="4267093" marR="0" lvl="6" indent="-406390" algn="r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200"/>
                <a:buFont typeface="Roboto Condensed Light"/>
                <a:buAutoNum type="arabicPeriod"/>
                <a:defRPr sz="1867" b="0" i="0" u="none" strike="noStrike" cap="none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7pPr>
              <a:lvl8pPr marL="4876678" marR="0" lvl="7" indent="-406390" algn="r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200"/>
                <a:buFont typeface="Roboto Condensed Light"/>
                <a:buAutoNum type="alphaLcPeriod"/>
                <a:defRPr sz="1867" b="0" i="0" u="none" strike="noStrike" cap="none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8pPr>
              <a:lvl9pPr marL="5486263" marR="0" lvl="8" indent="-406390" algn="r" rtl="0" ea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200"/>
                <a:buFont typeface="Roboto Condensed Light"/>
                <a:buAutoNum type="romanLcPeriod"/>
                <a:defRPr sz="1867" b="0" i="0" u="none" strike="noStrike" cap="none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defRPr>
              </a:lvl9pPr>
            </a:lstStyle>
            <a:p>
              <a:pPr marL="0" indent="0" algn="ctr">
                <a:buFont typeface="Barlow Semi Condensed Medium"/>
                <a:buNone/>
              </a:pPr>
              <a:r>
                <a:rPr lang="en-US" dirty="0"/>
                <a:t>but how do you connect multiple </a:t>
              </a:r>
              <a:r>
                <a:rPr lang="en-US" dirty="0">
                  <a:sym typeface="Arial"/>
                </a:rPr>
                <a:t>sequences</a:t>
              </a:r>
              <a:r>
                <a:rPr lang="en-US" dirty="0"/>
                <a:t> to multiple </a:t>
              </a:r>
              <a:r>
                <a:rPr lang="en-US" sz="1600" dirty="0">
                  <a:solidFill>
                    <a:schemeClr val="tx1"/>
                  </a:solidFill>
                </a:rPr>
                <a:t>sequencers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DFD5664-A867-BB9E-F3CF-7DED11328338}"/>
              </a:ext>
            </a:extLst>
          </p:cNvPr>
          <p:cNvGrpSpPr/>
          <p:nvPr/>
        </p:nvGrpSpPr>
        <p:grpSpPr>
          <a:xfrm>
            <a:off x="13996136" y="3429000"/>
            <a:ext cx="8408049" cy="4625711"/>
            <a:chOff x="4114717" y="2491364"/>
            <a:chExt cx="8408049" cy="462571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2626D32-038A-AAF2-D785-08FEA5F17389}"/>
                </a:ext>
              </a:extLst>
            </p:cNvPr>
            <p:cNvSpPr/>
            <p:nvPr/>
          </p:nvSpPr>
          <p:spPr>
            <a:xfrm rot="174945">
              <a:off x="4114717" y="2491364"/>
              <a:ext cx="8408049" cy="4625711"/>
            </a:xfrm>
            <a:custGeom>
              <a:avLst/>
              <a:gdLst>
                <a:gd name="connsiteX0" fmla="*/ 0 w 8408049"/>
                <a:gd name="connsiteY0" fmla="*/ 0 h 4625711"/>
                <a:gd name="connsiteX1" fmla="*/ 8408049 w 8408049"/>
                <a:gd name="connsiteY1" fmla="*/ 0 h 4625711"/>
                <a:gd name="connsiteX2" fmla="*/ 8408049 w 8408049"/>
                <a:gd name="connsiteY2" fmla="*/ 4625711 h 4625711"/>
                <a:gd name="connsiteX3" fmla="*/ 0 w 8408049"/>
                <a:gd name="connsiteY3" fmla="*/ 4625711 h 4625711"/>
                <a:gd name="connsiteX4" fmla="*/ 0 w 8408049"/>
                <a:gd name="connsiteY4" fmla="*/ 0 h 4625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08049" h="4625711" fill="none" extrusionOk="0">
                  <a:moveTo>
                    <a:pt x="0" y="0"/>
                  </a:moveTo>
                  <a:cubicBezTo>
                    <a:pt x="2778207" y="135416"/>
                    <a:pt x="5171620" y="-48020"/>
                    <a:pt x="8408049" y="0"/>
                  </a:cubicBezTo>
                  <a:cubicBezTo>
                    <a:pt x="8377101" y="1788839"/>
                    <a:pt x="8430661" y="3502804"/>
                    <a:pt x="8408049" y="4625711"/>
                  </a:cubicBezTo>
                  <a:cubicBezTo>
                    <a:pt x="6717383" y="4495184"/>
                    <a:pt x="4095406" y="4489558"/>
                    <a:pt x="0" y="4625711"/>
                  </a:cubicBezTo>
                  <a:cubicBezTo>
                    <a:pt x="127074" y="3612773"/>
                    <a:pt x="-117699" y="598090"/>
                    <a:pt x="0" y="0"/>
                  </a:cubicBezTo>
                  <a:close/>
                </a:path>
                <a:path w="8408049" h="4625711" stroke="0" extrusionOk="0">
                  <a:moveTo>
                    <a:pt x="0" y="0"/>
                  </a:moveTo>
                  <a:cubicBezTo>
                    <a:pt x="1625553" y="-60950"/>
                    <a:pt x="6630064" y="470"/>
                    <a:pt x="8408049" y="0"/>
                  </a:cubicBezTo>
                  <a:cubicBezTo>
                    <a:pt x="8270304" y="2100219"/>
                    <a:pt x="8437539" y="3007349"/>
                    <a:pt x="8408049" y="4625711"/>
                  </a:cubicBezTo>
                  <a:cubicBezTo>
                    <a:pt x="5924433" y="4506900"/>
                    <a:pt x="2512375" y="4590796"/>
                    <a:pt x="0" y="4625711"/>
                  </a:cubicBezTo>
                  <a:cubicBezTo>
                    <a:pt x="-64547" y="2584131"/>
                    <a:pt x="21612" y="867038"/>
                    <a:pt x="0" y="0"/>
                  </a:cubicBezTo>
                  <a:close/>
                </a:path>
              </a:pathLst>
            </a:custGeom>
            <a:solidFill>
              <a:schemeClr val="tx2">
                <a:lumMod val="90000"/>
              </a:schemeClr>
            </a:solidFill>
            <a:ln>
              <a:solidFill>
                <a:schemeClr val="accent1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389488170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EB5FC66-932C-381F-10CB-435E659607E2}"/>
                </a:ext>
              </a:extLst>
            </p:cNvPr>
            <p:cNvSpPr txBox="1"/>
            <p:nvPr/>
          </p:nvSpPr>
          <p:spPr>
            <a:xfrm>
              <a:off x="4572000" y="2695671"/>
              <a:ext cx="7234237" cy="255454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285750" indent="-285750" algn="l">
                <a:buBlip>
                  <a:blip r:embed="rId6"/>
                </a:buBlip>
              </a:pPr>
              <a:r>
                <a:rPr lang="he-IL" sz="4000" dirty="0">
                  <a:solidFill>
                    <a:schemeClr val="tx1"/>
                  </a:solidFill>
                  <a:latin typeface="Barlow Semi Condensed" panose="00000506000000000000" pitchFamily="2" charset="0"/>
                  <a:ea typeface="+mn-ea"/>
                  <a:cs typeface="+mn-cs"/>
                </a:rPr>
                <a:t> </a:t>
              </a:r>
              <a:r>
                <a:rPr lang="en-US" sz="4000" dirty="0">
                  <a:solidFill>
                    <a:schemeClr val="tx1"/>
                  </a:solidFill>
                  <a:latin typeface="Barlow Semi Condensed" panose="00000506000000000000" pitchFamily="2" charset="0"/>
                  <a:ea typeface="+mn-ea"/>
                  <a:cs typeface="+mn-cs"/>
                </a:rPr>
                <a:t>Generate random stimulus</a:t>
              </a:r>
              <a:endParaRPr lang="he-IL" sz="4000" dirty="0">
                <a:solidFill>
                  <a:schemeClr val="tx1"/>
                </a:solidFill>
                <a:latin typeface="Barlow Semi Condensed" panose="00000506000000000000" pitchFamily="2" charset="0"/>
                <a:ea typeface="+mn-ea"/>
                <a:cs typeface="+mn-cs"/>
              </a:endParaRPr>
            </a:p>
            <a:p>
              <a:pPr marL="285750" indent="-285750" algn="l">
                <a:buBlip>
                  <a:blip r:embed="rId6"/>
                </a:buBlip>
              </a:pPr>
              <a:r>
                <a:rPr lang="he-IL" sz="4000" dirty="0">
                  <a:solidFill>
                    <a:schemeClr val="tx1"/>
                  </a:solidFill>
                  <a:latin typeface="Barlow Semi Condensed" panose="00000506000000000000" pitchFamily="2" charset="0"/>
                  <a:ea typeface="+mn-ea"/>
                  <a:cs typeface="+mn-cs"/>
                </a:rPr>
                <a:t> </a:t>
              </a:r>
              <a:r>
                <a:rPr lang="en-US" sz="4000" dirty="0">
                  <a:solidFill>
                    <a:schemeClr val="tx1"/>
                  </a:solidFill>
                  <a:latin typeface="Barlow Semi Condensed" panose="00000506000000000000" pitchFamily="2" charset="0"/>
                  <a:ea typeface="+mn-ea"/>
                  <a:cs typeface="+mn-cs"/>
                </a:rPr>
                <a:t>Connected to one sequencer</a:t>
              </a:r>
              <a:endParaRPr lang="he-IL" sz="4000" dirty="0">
                <a:solidFill>
                  <a:schemeClr val="tx1"/>
                </a:solidFill>
                <a:latin typeface="Barlow Semi Condensed" panose="00000506000000000000" pitchFamily="2" charset="0"/>
                <a:ea typeface="+mn-ea"/>
                <a:cs typeface="+mn-cs"/>
              </a:endParaRPr>
            </a:p>
            <a:p>
              <a:pPr marL="285750" indent="-285750" algn="l">
                <a:buBlip>
                  <a:blip r:embed="rId6"/>
                </a:buBlip>
              </a:pPr>
              <a:r>
                <a:rPr lang="he-IL" sz="4000" dirty="0">
                  <a:solidFill>
                    <a:schemeClr val="tx1"/>
                  </a:solidFill>
                  <a:latin typeface="Barlow Semi Condensed" panose="00000506000000000000" pitchFamily="2" charset="0"/>
                  <a:ea typeface="+mn-ea"/>
                  <a:cs typeface="+mn-cs"/>
                </a:rPr>
                <a:t> </a:t>
              </a:r>
              <a:r>
                <a:rPr lang="en-US" sz="4000" dirty="0">
                  <a:solidFill>
                    <a:schemeClr val="tx1"/>
                  </a:solidFill>
                  <a:latin typeface="Barlow Semi Condensed" panose="00000506000000000000" pitchFamily="2" charset="0"/>
                  <a:ea typeface="+mn-ea"/>
                  <a:cs typeface="+mn-cs"/>
                </a:rPr>
                <a:t>Executed on one phase</a:t>
              </a:r>
            </a:p>
            <a:p>
              <a:pPr marL="285750" indent="-285750" algn="l">
                <a:buBlip>
                  <a:blip r:embed="rId6"/>
                </a:buBlip>
              </a:pPr>
              <a:r>
                <a:rPr lang="he-IL" sz="4000" dirty="0">
                  <a:solidFill>
                    <a:schemeClr val="tx1"/>
                  </a:solidFill>
                  <a:latin typeface="Barlow Semi Condensed" panose="00000506000000000000" pitchFamily="2" charset="0"/>
                  <a:ea typeface="+mn-ea"/>
                  <a:cs typeface="+mn-cs"/>
                </a:rPr>
                <a:t> </a:t>
              </a:r>
              <a:r>
                <a:rPr lang="en-US" sz="4000" dirty="0">
                  <a:solidFill>
                    <a:schemeClr val="tx1"/>
                  </a:solidFill>
                  <a:latin typeface="Barlow Semi Condensed" panose="00000506000000000000" pitchFamily="2" charset="0"/>
                  <a:ea typeface="+mn-ea"/>
                  <a:cs typeface="+mn-cs"/>
                </a:rPr>
                <a:t>Isn’t part of the environment</a:t>
              </a:r>
              <a:endParaRPr lang="he-IL" sz="4000" dirty="0">
                <a:solidFill>
                  <a:schemeClr val="tx1"/>
                </a:solidFill>
                <a:latin typeface="Barlow Semi Condensed" panose="00000506000000000000" pitchFamily="2" charset="0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7CE5F3D-1E18-0B53-8E1E-99D8B0DC231A}"/>
              </a:ext>
            </a:extLst>
          </p:cNvPr>
          <p:cNvGrpSpPr/>
          <p:nvPr/>
        </p:nvGrpSpPr>
        <p:grpSpPr>
          <a:xfrm rot="2753162">
            <a:off x="1984261" y="10429057"/>
            <a:ext cx="8900226" cy="2034150"/>
            <a:chOff x="1701637" y="3176205"/>
            <a:chExt cx="8900226" cy="203415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DA52FE3-1D2B-C9B1-0990-FF716194266E}"/>
                </a:ext>
              </a:extLst>
            </p:cNvPr>
            <p:cNvSpPr/>
            <p:nvPr/>
          </p:nvSpPr>
          <p:spPr>
            <a:xfrm>
              <a:off x="1701637" y="3176205"/>
              <a:ext cx="8900225" cy="2034150"/>
            </a:xfrm>
            <a:custGeom>
              <a:avLst/>
              <a:gdLst>
                <a:gd name="connsiteX0" fmla="*/ 0 w 8900225"/>
                <a:gd name="connsiteY0" fmla="*/ 0 h 2034150"/>
                <a:gd name="connsiteX1" fmla="*/ 506628 w 8900225"/>
                <a:gd name="connsiteY1" fmla="*/ 0 h 2034150"/>
                <a:gd name="connsiteX2" fmla="*/ 1191261 w 8900225"/>
                <a:gd name="connsiteY2" fmla="*/ 0 h 2034150"/>
                <a:gd name="connsiteX3" fmla="*/ 1697889 w 8900225"/>
                <a:gd name="connsiteY3" fmla="*/ 0 h 2034150"/>
                <a:gd name="connsiteX4" fmla="*/ 2560526 w 8900225"/>
                <a:gd name="connsiteY4" fmla="*/ 0 h 2034150"/>
                <a:gd name="connsiteX5" fmla="*/ 3067154 w 8900225"/>
                <a:gd name="connsiteY5" fmla="*/ 0 h 2034150"/>
                <a:gd name="connsiteX6" fmla="*/ 3662785 w 8900225"/>
                <a:gd name="connsiteY6" fmla="*/ 0 h 2034150"/>
                <a:gd name="connsiteX7" fmla="*/ 4525422 w 8900225"/>
                <a:gd name="connsiteY7" fmla="*/ 0 h 2034150"/>
                <a:gd name="connsiteX8" fmla="*/ 5210055 w 8900225"/>
                <a:gd name="connsiteY8" fmla="*/ 0 h 2034150"/>
                <a:gd name="connsiteX9" fmla="*/ 6072692 w 8900225"/>
                <a:gd name="connsiteY9" fmla="*/ 0 h 2034150"/>
                <a:gd name="connsiteX10" fmla="*/ 6579320 w 8900225"/>
                <a:gd name="connsiteY10" fmla="*/ 0 h 2034150"/>
                <a:gd name="connsiteX11" fmla="*/ 6996946 w 8900225"/>
                <a:gd name="connsiteY11" fmla="*/ 0 h 2034150"/>
                <a:gd name="connsiteX12" fmla="*/ 7592577 w 8900225"/>
                <a:gd name="connsiteY12" fmla="*/ 0 h 2034150"/>
                <a:gd name="connsiteX13" fmla="*/ 8900225 w 8900225"/>
                <a:gd name="connsiteY13" fmla="*/ 0 h 2034150"/>
                <a:gd name="connsiteX14" fmla="*/ 8900225 w 8900225"/>
                <a:gd name="connsiteY14" fmla="*/ 718733 h 2034150"/>
                <a:gd name="connsiteX15" fmla="*/ 8900225 w 8900225"/>
                <a:gd name="connsiteY15" fmla="*/ 1376442 h 2034150"/>
                <a:gd name="connsiteX16" fmla="*/ 8900225 w 8900225"/>
                <a:gd name="connsiteY16" fmla="*/ 2034150 h 2034150"/>
                <a:gd name="connsiteX17" fmla="*/ 8304595 w 8900225"/>
                <a:gd name="connsiteY17" fmla="*/ 2034150 h 2034150"/>
                <a:gd name="connsiteX18" fmla="*/ 7619962 w 8900225"/>
                <a:gd name="connsiteY18" fmla="*/ 2034150 h 2034150"/>
                <a:gd name="connsiteX19" fmla="*/ 6846327 w 8900225"/>
                <a:gd name="connsiteY19" fmla="*/ 2034150 h 2034150"/>
                <a:gd name="connsiteX20" fmla="*/ 6161694 w 8900225"/>
                <a:gd name="connsiteY20" fmla="*/ 2034150 h 2034150"/>
                <a:gd name="connsiteX21" fmla="*/ 5388059 w 8900225"/>
                <a:gd name="connsiteY21" fmla="*/ 2034150 h 2034150"/>
                <a:gd name="connsiteX22" fmla="*/ 4525422 w 8900225"/>
                <a:gd name="connsiteY22" fmla="*/ 2034150 h 2034150"/>
                <a:gd name="connsiteX23" fmla="*/ 3840789 w 8900225"/>
                <a:gd name="connsiteY23" fmla="*/ 2034150 h 2034150"/>
                <a:gd name="connsiteX24" fmla="*/ 3245159 w 8900225"/>
                <a:gd name="connsiteY24" fmla="*/ 2034150 h 2034150"/>
                <a:gd name="connsiteX25" fmla="*/ 2382522 w 8900225"/>
                <a:gd name="connsiteY25" fmla="*/ 2034150 h 2034150"/>
                <a:gd name="connsiteX26" fmla="*/ 1786891 w 8900225"/>
                <a:gd name="connsiteY26" fmla="*/ 2034150 h 2034150"/>
                <a:gd name="connsiteX27" fmla="*/ 1191261 w 8900225"/>
                <a:gd name="connsiteY27" fmla="*/ 2034150 h 2034150"/>
                <a:gd name="connsiteX28" fmla="*/ 0 w 8900225"/>
                <a:gd name="connsiteY28" fmla="*/ 2034150 h 2034150"/>
                <a:gd name="connsiteX29" fmla="*/ 0 w 8900225"/>
                <a:gd name="connsiteY29" fmla="*/ 1335759 h 2034150"/>
                <a:gd name="connsiteX30" fmla="*/ 0 w 8900225"/>
                <a:gd name="connsiteY30" fmla="*/ 617026 h 2034150"/>
                <a:gd name="connsiteX31" fmla="*/ 0 w 8900225"/>
                <a:gd name="connsiteY31" fmla="*/ 0 h 2034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900225" h="2034150" fill="none" extrusionOk="0">
                  <a:moveTo>
                    <a:pt x="0" y="0"/>
                  </a:moveTo>
                  <a:cubicBezTo>
                    <a:pt x="127320" y="-3005"/>
                    <a:pt x="297574" y="12117"/>
                    <a:pt x="506628" y="0"/>
                  </a:cubicBezTo>
                  <a:cubicBezTo>
                    <a:pt x="715682" y="-12117"/>
                    <a:pt x="1045097" y="12718"/>
                    <a:pt x="1191261" y="0"/>
                  </a:cubicBezTo>
                  <a:cubicBezTo>
                    <a:pt x="1337425" y="-12718"/>
                    <a:pt x="1593420" y="-7734"/>
                    <a:pt x="1697889" y="0"/>
                  </a:cubicBezTo>
                  <a:cubicBezTo>
                    <a:pt x="1802358" y="7734"/>
                    <a:pt x="2269404" y="-39338"/>
                    <a:pt x="2560526" y="0"/>
                  </a:cubicBezTo>
                  <a:cubicBezTo>
                    <a:pt x="2851648" y="39338"/>
                    <a:pt x="2897138" y="11503"/>
                    <a:pt x="3067154" y="0"/>
                  </a:cubicBezTo>
                  <a:cubicBezTo>
                    <a:pt x="3237170" y="-11503"/>
                    <a:pt x="3377839" y="-24650"/>
                    <a:pt x="3662785" y="0"/>
                  </a:cubicBezTo>
                  <a:cubicBezTo>
                    <a:pt x="3947731" y="24650"/>
                    <a:pt x="4131261" y="17859"/>
                    <a:pt x="4525422" y="0"/>
                  </a:cubicBezTo>
                  <a:cubicBezTo>
                    <a:pt x="4919583" y="-17859"/>
                    <a:pt x="5044109" y="11944"/>
                    <a:pt x="5210055" y="0"/>
                  </a:cubicBezTo>
                  <a:cubicBezTo>
                    <a:pt x="5376001" y="-11944"/>
                    <a:pt x="5895627" y="12910"/>
                    <a:pt x="6072692" y="0"/>
                  </a:cubicBezTo>
                  <a:cubicBezTo>
                    <a:pt x="6249757" y="-12910"/>
                    <a:pt x="6396484" y="13636"/>
                    <a:pt x="6579320" y="0"/>
                  </a:cubicBezTo>
                  <a:cubicBezTo>
                    <a:pt x="6762156" y="-13636"/>
                    <a:pt x="6789583" y="-11903"/>
                    <a:pt x="6996946" y="0"/>
                  </a:cubicBezTo>
                  <a:cubicBezTo>
                    <a:pt x="7204309" y="11903"/>
                    <a:pt x="7384655" y="3858"/>
                    <a:pt x="7592577" y="0"/>
                  </a:cubicBezTo>
                  <a:cubicBezTo>
                    <a:pt x="7800499" y="-3858"/>
                    <a:pt x="8371962" y="34090"/>
                    <a:pt x="8900225" y="0"/>
                  </a:cubicBezTo>
                  <a:cubicBezTo>
                    <a:pt x="8927935" y="234622"/>
                    <a:pt x="8915773" y="477135"/>
                    <a:pt x="8900225" y="718733"/>
                  </a:cubicBezTo>
                  <a:cubicBezTo>
                    <a:pt x="8884677" y="960331"/>
                    <a:pt x="8924869" y="1120582"/>
                    <a:pt x="8900225" y="1376442"/>
                  </a:cubicBezTo>
                  <a:cubicBezTo>
                    <a:pt x="8875581" y="1632302"/>
                    <a:pt x="8932301" y="1799869"/>
                    <a:pt x="8900225" y="2034150"/>
                  </a:cubicBezTo>
                  <a:cubicBezTo>
                    <a:pt x="8622342" y="2047256"/>
                    <a:pt x="8534238" y="2042732"/>
                    <a:pt x="8304595" y="2034150"/>
                  </a:cubicBezTo>
                  <a:cubicBezTo>
                    <a:pt x="8074952" y="2025569"/>
                    <a:pt x="7953107" y="2030801"/>
                    <a:pt x="7619962" y="2034150"/>
                  </a:cubicBezTo>
                  <a:cubicBezTo>
                    <a:pt x="7286817" y="2037499"/>
                    <a:pt x="7045780" y="2045920"/>
                    <a:pt x="6846327" y="2034150"/>
                  </a:cubicBezTo>
                  <a:cubicBezTo>
                    <a:pt x="6646874" y="2022380"/>
                    <a:pt x="6413610" y="2038411"/>
                    <a:pt x="6161694" y="2034150"/>
                  </a:cubicBezTo>
                  <a:cubicBezTo>
                    <a:pt x="5909778" y="2029889"/>
                    <a:pt x="5602491" y="2050524"/>
                    <a:pt x="5388059" y="2034150"/>
                  </a:cubicBezTo>
                  <a:cubicBezTo>
                    <a:pt x="5173627" y="2017776"/>
                    <a:pt x="4776545" y="2011866"/>
                    <a:pt x="4525422" y="2034150"/>
                  </a:cubicBezTo>
                  <a:cubicBezTo>
                    <a:pt x="4274299" y="2056434"/>
                    <a:pt x="4089199" y="2010040"/>
                    <a:pt x="3840789" y="2034150"/>
                  </a:cubicBezTo>
                  <a:cubicBezTo>
                    <a:pt x="3592379" y="2058260"/>
                    <a:pt x="3499880" y="2009986"/>
                    <a:pt x="3245159" y="2034150"/>
                  </a:cubicBezTo>
                  <a:cubicBezTo>
                    <a:pt x="2990438" y="2058315"/>
                    <a:pt x="2738064" y="2028727"/>
                    <a:pt x="2382522" y="2034150"/>
                  </a:cubicBezTo>
                  <a:cubicBezTo>
                    <a:pt x="2026980" y="2039573"/>
                    <a:pt x="1981483" y="2025112"/>
                    <a:pt x="1786891" y="2034150"/>
                  </a:cubicBezTo>
                  <a:cubicBezTo>
                    <a:pt x="1592299" y="2043188"/>
                    <a:pt x="1459480" y="2015318"/>
                    <a:pt x="1191261" y="2034150"/>
                  </a:cubicBezTo>
                  <a:cubicBezTo>
                    <a:pt x="923042" y="2052983"/>
                    <a:pt x="446474" y="2006345"/>
                    <a:pt x="0" y="2034150"/>
                  </a:cubicBezTo>
                  <a:cubicBezTo>
                    <a:pt x="-10971" y="1761479"/>
                    <a:pt x="11190" y="1661708"/>
                    <a:pt x="0" y="1335759"/>
                  </a:cubicBezTo>
                  <a:cubicBezTo>
                    <a:pt x="-11190" y="1009810"/>
                    <a:pt x="15404" y="929918"/>
                    <a:pt x="0" y="617026"/>
                  </a:cubicBezTo>
                  <a:cubicBezTo>
                    <a:pt x="-15404" y="304134"/>
                    <a:pt x="25317" y="193018"/>
                    <a:pt x="0" y="0"/>
                  </a:cubicBezTo>
                  <a:close/>
                </a:path>
                <a:path w="8900225" h="2034150" stroke="0" extrusionOk="0">
                  <a:moveTo>
                    <a:pt x="0" y="0"/>
                  </a:moveTo>
                  <a:cubicBezTo>
                    <a:pt x="139692" y="14652"/>
                    <a:pt x="495713" y="22371"/>
                    <a:pt x="684633" y="0"/>
                  </a:cubicBezTo>
                  <a:cubicBezTo>
                    <a:pt x="873553" y="-22371"/>
                    <a:pt x="1362320" y="-17653"/>
                    <a:pt x="1547270" y="0"/>
                  </a:cubicBezTo>
                  <a:cubicBezTo>
                    <a:pt x="1732220" y="17653"/>
                    <a:pt x="1929678" y="9935"/>
                    <a:pt x="2053898" y="0"/>
                  </a:cubicBezTo>
                  <a:cubicBezTo>
                    <a:pt x="2178118" y="-9935"/>
                    <a:pt x="2447970" y="-10298"/>
                    <a:pt x="2738531" y="0"/>
                  </a:cubicBezTo>
                  <a:cubicBezTo>
                    <a:pt x="3029092" y="10298"/>
                    <a:pt x="3237901" y="-2"/>
                    <a:pt x="3512166" y="0"/>
                  </a:cubicBezTo>
                  <a:cubicBezTo>
                    <a:pt x="3786432" y="2"/>
                    <a:pt x="3818056" y="-22388"/>
                    <a:pt x="4107796" y="0"/>
                  </a:cubicBezTo>
                  <a:cubicBezTo>
                    <a:pt x="4397536" y="22388"/>
                    <a:pt x="4385446" y="-21807"/>
                    <a:pt x="4614424" y="0"/>
                  </a:cubicBezTo>
                  <a:cubicBezTo>
                    <a:pt x="4843402" y="21807"/>
                    <a:pt x="4936789" y="-11353"/>
                    <a:pt x="5210055" y="0"/>
                  </a:cubicBezTo>
                  <a:cubicBezTo>
                    <a:pt x="5483321" y="11353"/>
                    <a:pt x="5771356" y="5543"/>
                    <a:pt x="5983690" y="0"/>
                  </a:cubicBezTo>
                  <a:cubicBezTo>
                    <a:pt x="6196024" y="-5543"/>
                    <a:pt x="6302630" y="9781"/>
                    <a:pt x="6401316" y="0"/>
                  </a:cubicBezTo>
                  <a:cubicBezTo>
                    <a:pt x="6500002" y="-9781"/>
                    <a:pt x="6808752" y="-25865"/>
                    <a:pt x="6996946" y="0"/>
                  </a:cubicBezTo>
                  <a:cubicBezTo>
                    <a:pt x="7185140" y="25865"/>
                    <a:pt x="7357401" y="33568"/>
                    <a:pt x="7681579" y="0"/>
                  </a:cubicBezTo>
                  <a:cubicBezTo>
                    <a:pt x="8005757" y="-33568"/>
                    <a:pt x="8502556" y="-34196"/>
                    <a:pt x="8900225" y="0"/>
                  </a:cubicBezTo>
                  <a:cubicBezTo>
                    <a:pt x="8908535" y="130117"/>
                    <a:pt x="8911012" y="416205"/>
                    <a:pt x="8900225" y="617026"/>
                  </a:cubicBezTo>
                  <a:cubicBezTo>
                    <a:pt x="8889438" y="817847"/>
                    <a:pt x="8908585" y="996262"/>
                    <a:pt x="8900225" y="1335759"/>
                  </a:cubicBezTo>
                  <a:cubicBezTo>
                    <a:pt x="8891865" y="1675256"/>
                    <a:pt x="8894667" y="1776521"/>
                    <a:pt x="8900225" y="2034150"/>
                  </a:cubicBezTo>
                  <a:cubicBezTo>
                    <a:pt x="8699368" y="2044958"/>
                    <a:pt x="8616187" y="2013606"/>
                    <a:pt x="8482599" y="2034150"/>
                  </a:cubicBezTo>
                  <a:cubicBezTo>
                    <a:pt x="8349011" y="2054694"/>
                    <a:pt x="8044885" y="2037563"/>
                    <a:pt x="7619962" y="2034150"/>
                  </a:cubicBezTo>
                  <a:cubicBezTo>
                    <a:pt x="7195039" y="2030737"/>
                    <a:pt x="7361980" y="2027898"/>
                    <a:pt x="7202336" y="2034150"/>
                  </a:cubicBezTo>
                  <a:cubicBezTo>
                    <a:pt x="7042692" y="2040402"/>
                    <a:pt x="6623588" y="2047759"/>
                    <a:pt x="6428701" y="2034150"/>
                  </a:cubicBezTo>
                  <a:cubicBezTo>
                    <a:pt x="6233814" y="2020541"/>
                    <a:pt x="5965409" y="2056422"/>
                    <a:pt x="5566064" y="2034150"/>
                  </a:cubicBezTo>
                  <a:cubicBezTo>
                    <a:pt x="5166719" y="2011878"/>
                    <a:pt x="5052106" y="1994379"/>
                    <a:pt x="4703427" y="2034150"/>
                  </a:cubicBezTo>
                  <a:cubicBezTo>
                    <a:pt x="4354748" y="2073921"/>
                    <a:pt x="4381530" y="2035321"/>
                    <a:pt x="4196798" y="2034150"/>
                  </a:cubicBezTo>
                  <a:cubicBezTo>
                    <a:pt x="4012066" y="2032979"/>
                    <a:pt x="3881421" y="2016558"/>
                    <a:pt x="3690170" y="2034150"/>
                  </a:cubicBezTo>
                  <a:cubicBezTo>
                    <a:pt x="3498919" y="2051742"/>
                    <a:pt x="3249407" y="2016583"/>
                    <a:pt x="3094540" y="2034150"/>
                  </a:cubicBezTo>
                  <a:cubicBezTo>
                    <a:pt x="2939673" y="2051718"/>
                    <a:pt x="2785145" y="2033716"/>
                    <a:pt x="2587912" y="2034150"/>
                  </a:cubicBezTo>
                  <a:cubicBezTo>
                    <a:pt x="2390679" y="2034584"/>
                    <a:pt x="2359741" y="2043147"/>
                    <a:pt x="2170286" y="2034150"/>
                  </a:cubicBezTo>
                  <a:cubicBezTo>
                    <a:pt x="1980831" y="2025153"/>
                    <a:pt x="1758280" y="2021751"/>
                    <a:pt x="1574655" y="2034150"/>
                  </a:cubicBezTo>
                  <a:cubicBezTo>
                    <a:pt x="1391030" y="2046549"/>
                    <a:pt x="1120512" y="2057988"/>
                    <a:pt x="979025" y="2034150"/>
                  </a:cubicBezTo>
                  <a:cubicBezTo>
                    <a:pt x="837538" y="2010313"/>
                    <a:pt x="324465" y="2017049"/>
                    <a:pt x="0" y="2034150"/>
                  </a:cubicBezTo>
                  <a:cubicBezTo>
                    <a:pt x="-14534" y="1832501"/>
                    <a:pt x="-7658" y="1706771"/>
                    <a:pt x="0" y="1417125"/>
                  </a:cubicBezTo>
                  <a:cubicBezTo>
                    <a:pt x="7658" y="1127480"/>
                    <a:pt x="-22362" y="1062284"/>
                    <a:pt x="0" y="800099"/>
                  </a:cubicBezTo>
                  <a:cubicBezTo>
                    <a:pt x="22362" y="537914"/>
                    <a:pt x="-1106" y="344623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2">
                  <a:lumMod val="9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389488170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796EAED-9D59-129A-668C-BBD31D47ADD0}"/>
                </a:ext>
              </a:extLst>
            </p:cNvPr>
            <p:cNvSpPr txBox="1"/>
            <p:nvPr/>
          </p:nvSpPr>
          <p:spPr>
            <a:xfrm>
              <a:off x="1701638" y="3550067"/>
              <a:ext cx="8900225" cy="1323439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285750" indent="-285750" algn="l">
                <a:buBlip>
                  <a:blip r:embed="rId6"/>
                </a:buBlip>
              </a:pPr>
              <a:r>
                <a:rPr lang="he-IL" sz="4000" dirty="0">
                  <a:solidFill>
                    <a:schemeClr val="tx1"/>
                  </a:solidFill>
                  <a:latin typeface="Barlow Semi Condensed" panose="00000506000000000000" pitchFamily="2" charset="0"/>
                </a:rPr>
                <a:t> </a:t>
              </a:r>
              <a:r>
                <a:rPr lang="en-US" sz="4000" dirty="0">
                  <a:solidFill>
                    <a:schemeClr val="tx1"/>
                  </a:solidFill>
                  <a:latin typeface="Barlow Semi Condensed" panose="00000506000000000000" pitchFamily="2" charset="0"/>
                </a:rPr>
                <a:t>Logic packet unique for the interface</a:t>
              </a:r>
              <a:endParaRPr lang="he-IL" sz="4000" dirty="0">
                <a:solidFill>
                  <a:schemeClr val="tx1"/>
                </a:solidFill>
                <a:latin typeface="Barlow Semi Condensed" panose="00000506000000000000" pitchFamily="2" charset="0"/>
              </a:endParaRPr>
            </a:p>
            <a:p>
              <a:pPr marL="285750" indent="-285750" algn="l">
                <a:buBlip>
                  <a:blip r:embed="rId6"/>
                </a:buBlip>
              </a:pPr>
              <a:r>
                <a:rPr lang="he-IL" sz="4000" dirty="0">
                  <a:solidFill>
                    <a:schemeClr val="tx1"/>
                  </a:solidFill>
                  <a:latin typeface="Barlow Semi Condensed" panose="00000506000000000000" pitchFamily="2" charset="0"/>
                </a:rPr>
                <a:t> </a:t>
              </a:r>
              <a:r>
                <a:rPr lang="en-US" sz="4000" dirty="0">
                  <a:solidFill>
                    <a:schemeClr val="tx1"/>
                  </a:solidFill>
                  <a:latin typeface="Barlow Semi Condensed" panose="00000506000000000000" pitchFamily="2" charset="0"/>
                </a:rPr>
                <a:t>Sent to the sequencer</a:t>
              </a:r>
              <a:endParaRPr lang="he-IL" sz="4000" dirty="0">
                <a:solidFill>
                  <a:schemeClr val="tx1"/>
                </a:solidFill>
                <a:latin typeface="Barlow Semi Condensed" panose="00000506000000000000" pitchFamily="2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AD988FB-F208-9C80-A00B-2499D7B2CAE9}"/>
              </a:ext>
            </a:extLst>
          </p:cNvPr>
          <p:cNvGrpSpPr/>
          <p:nvPr/>
        </p:nvGrpSpPr>
        <p:grpSpPr>
          <a:xfrm>
            <a:off x="-10942968" y="2659911"/>
            <a:ext cx="9367684" cy="5143500"/>
            <a:chOff x="-1158831" y="2116219"/>
            <a:chExt cx="9367684" cy="5143500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97675336-8B40-9143-A6B9-B722807E7587}"/>
                </a:ext>
              </a:extLst>
            </p:cNvPr>
            <p:cNvSpPr/>
            <p:nvPr/>
          </p:nvSpPr>
          <p:spPr>
            <a:xfrm rot="21369198">
              <a:off x="-1158831" y="2116219"/>
              <a:ext cx="9367684" cy="5143500"/>
            </a:xfrm>
            <a:custGeom>
              <a:avLst/>
              <a:gdLst>
                <a:gd name="connsiteX0" fmla="*/ 0 w 9367684"/>
                <a:gd name="connsiteY0" fmla="*/ 857267 h 5143500"/>
                <a:gd name="connsiteX1" fmla="*/ 857267 w 9367684"/>
                <a:gd name="connsiteY1" fmla="*/ 0 h 5143500"/>
                <a:gd name="connsiteX2" fmla="*/ 1216376 w 9367684"/>
                <a:gd name="connsiteY2" fmla="*/ 0 h 5143500"/>
                <a:gd name="connsiteX3" fmla="*/ 1728549 w 9367684"/>
                <a:gd name="connsiteY3" fmla="*/ 0 h 5143500"/>
                <a:gd name="connsiteX4" fmla="*/ 2470316 w 9367684"/>
                <a:gd name="connsiteY4" fmla="*/ 0 h 5143500"/>
                <a:gd name="connsiteX5" fmla="*/ 2905956 w 9367684"/>
                <a:gd name="connsiteY5" fmla="*/ 0 h 5143500"/>
                <a:gd name="connsiteX6" fmla="*/ 3494660 w 9367684"/>
                <a:gd name="connsiteY6" fmla="*/ 0 h 5143500"/>
                <a:gd name="connsiteX7" fmla="*/ 3853770 w 9367684"/>
                <a:gd name="connsiteY7" fmla="*/ 0 h 5143500"/>
                <a:gd name="connsiteX8" fmla="*/ 4212879 w 9367684"/>
                <a:gd name="connsiteY8" fmla="*/ 0 h 5143500"/>
                <a:gd name="connsiteX9" fmla="*/ 4954646 w 9367684"/>
                <a:gd name="connsiteY9" fmla="*/ 0 h 5143500"/>
                <a:gd name="connsiteX10" fmla="*/ 5390287 w 9367684"/>
                <a:gd name="connsiteY10" fmla="*/ 0 h 5143500"/>
                <a:gd name="connsiteX11" fmla="*/ 5749396 w 9367684"/>
                <a:gd name="connsiteY11" fmla="*/ 0 h 5143500"/>
                <a:gd name="connsiteX12" fmla="*/ 6261568 w 9367684"/>
                <a:gd name="connsiteY12" fmla="*/ 0 h 5143500"/>
                <a:gd name="connsiteX13" fmla="*/ 6697209 w 9367684"/>
                <a:gd name="connsiteY13" fmla="*/ 0 h 5143500"/>
                <a:gd name="connsiteX14" fmla="*/ 7362445 w 9367684"/>
                <a:gd name="connsiteY14" fmla="*/ 0 h 5143500"/>
                <a:gd name="connsiteX15" fmla="*/ 8510417 w 9367684"/>
                <a:gd name="connsiteY15" fmla="*/ 0 h 5143500"/>
                <a:gd name="connsiteX16" fmla="*/ 9367684 w 9367684"/>
                <a:gd name="connsiteY16" fmla="*/ 857267 h 5143500"/>
                <a:gd name="connsiteX17" fmla="*/ 9367684 w 9367684"/>
                <a:gd name="connsiteY17" fmla="*/ 1463051 h 5143500"/>
                <a:gd name="connsiteX18" fmla="*/ 9367684 w 9367684"/>
                <a:gd name="connsiteY18" fmla="*/ 1965966 h 5143500"/>
                <a:gd name="connsiteX19" fmla="*/ 9367684 w 9367684"/>
                <a:gd name="connsiteY19" fmla="*/ 2503171 h 5143500"/>
                <a:gd name="connsiteX20" fmla="*/ 9367684 w 9367684"/>
                <a:gd name="connsiteY20" fmla="*/ 3040375 h 5143500"/>
                <a:gd name="connsiteX21" fmla="*/ 9367684 w 9367684"/>
                <a:gd name="connsiteY21" fmla="*/ 3680449 h 5143500"/>
                <a:gd name="connsiteX22" fmla="*/ 9367684 w 9367684"/>
                <a:gd name="connsiteY22" fmla="*/ 4286233 h 5143500"/>
                <a:gd name="connsiteX23" fmla="*/ 8510417 w 9367684"/>
                <a:gd name="connsiteY23" fmla="*/ 5143500 h 5143500"/>
                <a:gd name="connsiteX24" fmla="*/ 7998245 w 9367684"/>
                <a:gd name="connsiteY24" fmla="*/ 5143500 h 5143500"/>
                <a:gd name="connsiteX25" fmla="*/ 7333009 w 9367684"/>
                <a:gd name="connsiteY25" fmla="*/ 5143500 h 5143500"/>
                <a:gd name="connsiteX26" fmla="*/ 6667774 w 9367684"/>
                <a:gd name="connsiteY26" fmla="*/ 5143500 h 5143500"/>
                <a:gd name="connsiteX27" fmla="*/ 6079070 w 9367684"/>
                <a:gd name="connsiteY27" fmla="*/ 5143500 h 5143500"/>
                <a:gd name="connsiteX28" fmla="*/ 5643429 w 9367684"/>
                <a:gd name="connsiteY28" fmla="*/ 5143500 h 5143500"/>
                <a:gd name="connsiteX29" fmla="*/ 4978194 w 9367684"/>
                <a:gd name="connsiteY29" fmla="*/ 5143500 h 5143500"/>
                <a:gd name="connsiteX30" fmla="*/ 4619085 w 9367684"/>
                <a:gd name="connsiteY30" fmla="*/ 5143500 h 5143500"/>
                <a:gd name="connsiteX31" fmla="*/ 3953849 w 9367684"/>
                <a:gd name="connsiteY31" fmla="*/ 5143500 h 5143500"/>
                <a:gd name="connsiteX32" fmla="*/ 3594740 w 9367684"/>
                <a:gd name="connsiteY32" fmla="*/ 5143500 h 5143500"/>
                <a:gd name="connsiteX33" fmla="*/ 2929505 w 9367684"/>
                <a:gd name="connsiteY33" fmla="*/ 5143500 h 5143500"/>
                <a:gd name="connsiteX34" fmla="*/ 2187738 w 9367684"/>
                <a:gd name="connsiteY34" fmla="*/ 5143500 h 5143500"/>
                <a:gd name="connsiteX35" fmla="*/ 1599034 w 9367684"/>
                <a:gd name="connsiteY35" fmla="*/ 5143500 h 5143500"/>
                <a:gd name="connsiteX36" fmla="*/ 857267 w 9367684"/>
                <a:gd name="connsiteY36" fmla="*/ 5143500 h 5143500"/>
                <a:gd name="connsiteX37" fmla="*/ 0 w 9367684"/>
                <a:gd name="connsiteY37" fmla="*/ 4286233 h 5143500"/>
                <a:gd name="connsiteX38" fmla="*/ 0 w 9367684"/>
                <a:gd name="connsiteY38" fmla="*/ 3646159 h 5143500"/>
                <a:gd name="connsiteX39" fmla="*/ 0 w 9367684"/>
                <a:gd name="connsiteY39" fmla="*/ 3074665 h 5143500"/>
                <a:gd name="connsiteX40" fmla="*/ 0 w 9367684"/>
                <a:gd name="connsiteY40" fmla="*/ 2537460 h 5143500"/>
                <a:gd name="connsiteX41" fmla="*/ 0 w 9367684"/>
                <a:gd name="connsiteY41" fmla="*/ 1965966 h 5143500"/>
                <a:gd name="connsiteX42" fmla="*/ 0 w 9367684"/>
                <a:gd name="connsiteY42" fmla="*/ 857267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367684" h="5143500" fill="none" extrusionOk="0">
                  <a:moveTo>
                    <a:pt x="0" y="857267"/>
                  </a:moveTo>
                  <a:cubicBezTo>
                    <a:pt x="2270" y="509462"/>
                    <a:pt x="269322" y="-5067"/>
                    <a:pt x="857267" y="0"/>
                  </a:cubicBezTo>
                  <a:cubicBezTo>
                    <a:pt x="998752" y="-7516"/>
                    <a:pt x="1141317" y="497"/>
                    <a:pt x="1216376" y="0"/>
                  </a:cubicBezTo>
                  <a:cubicBezTo>
                    <a:pt x="1291435" y="-497"/>
                    <a:pt x="1529890" y="42806"/>
                    <a:pt x="1728549" y="0"/>
                  </a:cubicBezTo>
                  <a:cubicBezTo>
                    <a:pt x="1927208" y="-42806"/>
                    <a:pt x="2106002" y="32746"/>
                    <a:pt x="2470316" y="0"/>
                  </a:cubicBezTo>
                  <a:cubicBezTo>
                    <a:pt x="2834630" y="-32746"/>
                    <a:pt x="2741844" y="45896"/>
                    <a:pt x="2905956" y="0"/>
                  </a:cubicBezTo>
                  <a:cubicBezTo>
                    <a:pt x="3070068" y="-45896"/>
                    <a:pt x="3305692" y="50312"/>
                    <a:pt x="3494660" y="0"/>
                  </a:cubicBezTo>
                  <a:cubicBezTo>
                    <a:pt x="3683628" y="-50312"/>
                    <a:pt x="3693659" y="37779"/>
                    <a:pt x="3853770" y="0"/>
                  </a:cubicBezTo>
                  <a:cubicBezTo>
                    <a:pt x="4013881" y="-37779"/>
                    <a:pt x="4042708" y="33690"/>
                    <a:pt x="4212879" y="0"/>
                  </a:cubicBezTo>
                  <a:cubicBezTo>
                    <a:pt x="4383050" y="-33690"/>
                    <a:pt x="4767863" y="52082"/>
                    <a:pt x="4954646" y="0"/>
                  </a:cubicBezTo>
                  <a:cubicBezTo>
                    <a:pt x="5141429" y="-52082"/>
                    <a:pt x="5265468" y="38010"/>
                    <a:pt x="5390287" y="0"/>
                  </a:cubicBezTo>
                  <a:cubicBezTo>
                    <a:pt x="5515106" y="-38010"/>
                    <a:pt x="5652159" y="22564"/>
                    <a:pt x="5749396" y="0"/>
                  </a:cubicBezTo>
                  <a:cubicBezTo>
                    <a:pt x="5846633" y="-22564"/>
                    <a:pt x="6104041" y="47116"/>
                    <a:pt x="6261568" y="0"/>
                  </a:cubicBezTo>
                  <a:cubicBezTo>
                    <a:pt x="6419095" y="-47116"/>
                    <a:pt x="6595278" y="52051"/>
                    <a:pt x="6697209" y="0"/>
                  </a:cubicBezTo>
                  <a:cubicBezTo>
                    <a:pt x="6799140" y="-52051"/>
                    <a:pt x="7114818" y="79164"/>
                    <a:pt x="7362445" y="0"/>
                  </a:cubicBezTo>
                  <a:cubicBezTo>
                    <a:pt x="7610072" y="-79164"/>
                    <a:pt x="7957531" y="113423"/>
                    <a:pt x="8510417" y="0"/>
                  </a:cubicBezTo>
                  <a:cubicBezTo>
                    <a:pt x="9020700" y="27082"/>
                    <a:pt x="9373204" y="518827"/>
                    <a:pt x="9367684" y="857267"/>
                  </a:cubicBezTo>
                  <a:cubicBezTo>
                    <a:pt x="9373349" y="1069678"/>
                    <a:pt x="9355276" y="1211368"/>
                    <a:pt x="9367684" y="1463051"/>
                  </a:cubicBezTo>
                  <a:cubicBezTo>
                    <a:pt x="9380092" y="1714734"/>
                    <a:pt x="9321994" y="1794371"/>
                    <a:pt x="9367684" y="1965966"/>
                  </a:cubicBezTo>
                  <a:cubicBezTo>
                    <a:pt x="9413374" y="2137562"/>
                    <a:pt x="9359432" y="2329017"/>
                    <a:pt x="9367684" y="2503171"/>
                  </a:cubicBezTo>
                  <a:cubicBezTo>
                    <a:pt x="9375936" y="2677326"/>
                    <a:pt x="9320507" y="2779804"/>
                    <a:pt x="9367684" y="3040375"/>
                  </a:cubicBezTo>
                  <a:cubicBezTo>
                    <a:pt x="9414861" y="3300946"/>
                    <a:pt x="9367518" y="3543654"/>
                    <a:pt x="9367684" y="3680449"/>
                  </a:cubicBezTo>
                  <a:cubicBezTo>
                    <a:pt x="9367850" y="3817244"/>
                    <a:pt x="9347566" y="4065606"/>
                    <a:pt x="9367684" y="4286233"/>
                  </a:cubicBezTo>
                  <a:cubicBezTo>
                    <a:pt x="9375328" y="4858726"/>
                    <a:pt x="8949591" y="5131535"/>
                    <a:pt x="8510417" y="5143500"/>
                  </a:cubicBezTo>
                  <a:cubicBezTo>
                    <a:pt x="8398686" y="5175296"/>
                    <a:pt x="8126594" y="5136385"/>
                    <a:pt x="7998245" y="5143500"/>
                  </a:cubicBezTo>
                  <a:cubicBezTo>
                    <a:pt x="7869896" y="5150615"/>
                    <a:pt x="7657367" y="5135019"/>
                    <a:pt x="7333009" y="5143500"/>
                  </a:cubicBezTo>
                  <a:cubicBezTo>
                    <a:pt x="7008651" y="5151981"/>
                    <a:pt x="6825828" y="5091032"/>
                    <a:pt x="6667774" y="5143500"/>
                  </a:cubicBezTo>
                  <a:cubicBezTo>
                    <a:pt x="6509721" y="5195968"/>
                    <a:pt x="6368837" y="5104370"/>
                    <a:pt x="6079070" y="5143500"/>
                  </a:cubicBezTo>
                  <a:cubicBezTo>
                    <a:pt x="5789303" y="5182630"/>
                    <a:pt x="5731408" y="5126707"/>
                    <a:pt x="5643429" y="5143500"/>
                  </a:cubicBezTo>
                  <a:cubicBezTo>
                    <a:pt x="5555450" y="5160293"/>
                    <a:pt x="5289526" y="5139995"/>
                    <a:pt x="4978194" y="5143500"/>
                  </a:cubicBezTo>
                  <a:cubicBezTo>
                    <a:pt x="4666863" y="5147005"/>
                    <a:pt x="4744144" y="5121681"/>
                    <a:pt x="4619085" y="5143500"/>
                  </a:cubicBezTo>
                  <a:cubicBezTo>
                    <a:pt x="4494026" y="5165319"/>
                    <a:pt x="4232934" y="5125090"/>
                    <a:pt x="3953849" y="5143500"/>
                  </a:cubicBezTo>
                  <a:cubicBezTo>
                    <a:pt x="3674764" y="5161910"/>
                    <a:pt x="3707130" y="5104085"/>
                    <a:pt x="3594740" y="5143500"/>
                  </a:cubicBezTo>
                  <a:cubicBezTo>
                    <a:pt x="3482350" y="5182915"/>
                    <a:pt x="3082463" y="5101141"/>
                    <a:pt x="2929505" y="5143500"/>
                  </a:cubicBezTo>
                  <a:cubicBezTo>
                    <a:pt x="2776547" y="5185859"/>
                    <a:pt x="2518149" y="5090823"/>
                    <a:pt x="2187738" y="5143500"/>
                  </a:cubicBezTo>
                  <a:cubicBezTo>
                    <a:pt x="1857327" y="5196177"/>
                    <a:pt x="1739430" y="5105150"/>
                    <a:pt x="1599034" y="5143500"/>
                  </a:cubicBezTo>
                  <a:cubicBezTo>
                    <a:pt x="1458638" y="5181850"/>
                    <a:pt x="1060376" y="5073160"/>
                    <a:pt x="857267" y="5143500"/>
                  </a:cubicBezTo>
                  <a:cubicBezTo>
                    <a:pt x="378603" y="5092591"/>
                    <a:pt x="53924" y="4793823"/>
                    <a:pt x="0" y="4286233"/>
                  </a:cubicBezTo>
                  <a:cubicBezTo>
                    <a:pt x="-24383" y="4155834"/>
                    <a:pt x="8743" y="3790873"/>
                    <a:pt x="0" y="3646159"/>
                  </a:cubicBezTo>
                  <a:cubicBezTo>
                    <a:pt x="-8743" y="3501445"/>
                    <a:pt x="67123" y="3308150"/>
                    <a:pt x="0" y="3074665"/>
                  </a:cubicBezTo>
                  <a:cubicBezTo>
                    <a:pt x="-67123" y="2841180"/>
                    <a:pt x="59258" y="2762721"/>
                    <a:pt x="0" y="2537460"/>
                  </a:cubicBezTo>
                  <a:cubicBezTo>
                    <a:pt x="-59258" y="2312199"/>
                    <a:pt x="31214" y="2197815"/>
                    <a:pt x="0" y="1965966"/>
                  </a:cubicBezTo>
                  <a:cubicBezTo>
                    <a:pt x="-31214" y="1734117"/>
                    <a:pt x="32699" y="1184227"/>
                    <a:pt x="0" y="857267"/>
                  </a:cubicBezTo>
                  <a:close/>
                </a:path>
                <a:path w="9367684" h="5143500" stroke="0" extrusionOk="0">
                  <a:moveTo>
                    <a:pt x="0" y="857267"/>
                  </a:moveTo>
                  <a:cubicBezTo>
                    <a:pt x="-73904" y="455432"/>
                    <a:pt x="347671" y="-30295"/>
                    <a:pt x="857267" y="0"/>
                  </a:cubicBezTo>
                  <a:cubicBezTo>
                    <a:pt x="948176" y="-26744"/>
                    <a:pt x="1145881" y="33100"/>
                    <a:pt x="1292908" y="0"/>
                  </a:cubicBezTo>
                  <a:cubicBezTo>
                    <a:pt x="1439935" y="-33100"/>
                    <a:pt x="1793142" y="51776"/>
                    <a:pt x="1958143" y="0"/>
                  </a:cubicBezTo>
                  <a:cubicBezTo>
                    <a:pt x="2123145" y="-51776"/>
                    <a:pt x="2298898" y="34775"/>
                    <a:pt x="2393784" y="0"/>
                  </a:cubicBezTo>
                  <a:cubicBezTo>
                    <a:pt x="2488670" y="-34775"/>
                    <a:pt x="2754975" y="26766"/>
                    <a:pt x="2905956" y="0"/>
                  </a:cubicBezTo>
                  <a:cubicBezTo>
                    <a:pt x="3056937" y="-26766"/>
                    <a:pt x="3304730" y="8532"/>
                    <a:pt x="3647723" y="0"/>
                  </a:cubicBezTo>
                  <a:cubicBezTo>
                    <a:pt x="3990716" y="-8532"/>
                    <a:pt x="4120932" y="58529"/>
                    <a:pt x="4389490" y="0"/>
                  </a:cubicBezTo>
                  <a:cubicBezTo>
                    <a:pt x="4658048" y="-58529"/>
                    <a:pt x="4670333" y="23817"/>
                    <a:pt x="4748599" y="0"/>
                  </a:cubicBezTo>
                  <a:cubicBezTo>
                    <a:pt x="4826865" y="-23817"/>
                    <a:pt x="5030241" y="20803"/>
                    <a:pt x="5107709" y="0"/>
                  </a:cubicBezTo>
                  <a:cubicBezTo>
                    <a:pt x="5185177" y="-20803"/>
                    <a:pt x="5458262" y="18384"/>
                    <a:pt x="5772944" y="0"/>
                  </a:cubicBezTo>
                  <a:cubicBezTo>
                    <a:pt x="6087627" y="-18384"/>
                    <a:pt x="6037117" y="49137"/>
                    <a:pt x="6285116" y="0"/>
                  </a:cubicBezTo>
                  <a:cubicBezTo>
                    <a:pt x="6533115" y="-49137"/>
                    <a:pt x="6472229" y="38622"/>
                    <a:pt x="6644226" y="0"/>
                  </a:cubicBezTo>
                  <a:cubicBezTo>
                    <a:pt x="6816223" y="-38622"/>
                    <a:pt x="7150190" y="17302"/>
                    <a:pt x="7385993" y="0"/>
                  </a:cubicBezTo>
                  <a:cubicBezTo>
                    <a:pt x="7621796" y="-17302"/>
                    <a:pt x="8160615" y="57848"/>
                    <a:pt x="8510417" y="0"/>
                  </a:cubicBezTo>
                  <a:cubicBezTo>
                    <a:pt x="8990033" y="-13584"/>
                    <a:pt x="9423524" y="447741"/>
                    <a:pt x="9367684" y="857267"/>
                  </a:cubicBezTo>
                  <a:cubicBezTo>
                    <a:pt x="9374557" y="1095967"/>
                    <a:pt x="9334064" y="1191951"/>
                    <a:pt x="9367684" y="1360182"/>
                  </a:cubicBezTo>
                  <a:cubicBezTo>
                    <a:pt x="9401304" y="1528414"/>
                    <a:pt x="9352809" y="1730864"/>
                    <a:pt x="9367684" y="1828807"/>
                  </a:cubicBezTo>
                  <a:cubicBezTo>
                    <a:pt x="9382559" y="1926751"/>
                    <a:pt x="9356466" y="2149712"/>
                    <a:pt x="9367684" y="2366012"/>
                  </a:cubicBezTo>
                  <a:cubicBezTo>
                    <a:pt x="9378902" y="2582312"/>
                    <a:pt x="9329963" y="2675419"/>
                    <a:pt x="9367684" y="2937506"/>
                  </a:cubicBezTo>
                  <a:cubicBezTo>
                    <a:pt x="9405405" y="3199593"/>
                    <a:pt x="9337548" y="3258388"/>
                    <a:pt x="9367684" y="3474711"/>
                  </a:cubicBezTo>
                  <a:cubicBezTo>
                    <a:pt x="9397820" y="3691035"/>
                    <a:pt x="9276058" y="3973728"/>
                    <a:pt x="9367684" y="4286233"/>
                  </a:cubicBezTo>
                  <a:cubicBezTo>
                    <a:pt x="9357935" y="4832519"/>
                    <a:pt x="9025723" y="5194703"/>
                    <a:pt x="8510417" y="5143500"/>
                  </a:cubicBezTo>
                  <a:cubicBezTo>
                    <a:pt x="8363350" y="5174851"/>
                    <a:pt x="8252166" y="5111368"/>
                    <a:pt x="8151308" y="5143500"/>
                  </a:cubicBezTo>
                  <a:cubicBezTo>
                    <a:pt x="8050450" y="5175632"/>
                    <a:pt x="7868737" y="5093542"/>
                    <a:pt x="7715667" y="5143500"/>
                  </a:cubicBezTo>
                  <a:cubicBezTo>
                    <a:pt x="7562597" y="5193458"/>
                    <a:pt x="7322978" y="5110966"/>
                    <a:pt x="7126963" y="5143500"/>
                  </a:cubicBezTo>
                  <a:cubicBezTo>
                    <a:pt x="6930948" y="5176034"/>
                    <a:pt x="6806337" y="5127934"/>
                    <a:pt x="6691322" y="5143500"/>
                  </a:cubicBezTo>
                  <a:cubicBezTo>
                    <a:pt x="6576307" y="5159066"/>
                    <a:pt x="6289961" y="5108577"/>
                    <a:pt x="6102618" y="5143500"/>
                  </a:cubicBezTo>
                  <a:cubicBezTo>
                    <a:pt x="5915275" y="5178423"/>
                    <a:pt x="5730969" y="5114293"/>
                    <a:pt x="5437383" y="5143500"/>
                  </a:cubicBezTo>
                  <a:cubicBezTo>
                    <a:pt x="5143797" y="5172707"/>
                    <a:pt x="4923153" y="5113475"/>
                    <a:pt x="4695616" y="5143500"/>
                  </a:cubicBezTo>
                  <a:cubicBezTo>
                    <a:pt x="4468079" y="5173525"/>
                    <a:pt x="4385153" y="5088144"/>
                    <a:pt x="4106912" y="5143500"/>
                  </a:cubicBezTo>
                  <a:cubicBezTo>
                    <a:pt x="3828671" y="5198856"/>
                    <a:pt x="3730403" y="5072992"/>
                    <a:pt x="3518208" y="5143500"/>
                  </a:cubicBezTo>
                  <a:cubicBezTo>
                    <a:pt x="3306013" y="5214008"/>
                    <a:pt x="3240870" y="5084479"/>
                    <a:pt x="3006036" y="5143500"/>
                  </a:cubicBezTo>
                  <a:cubicBezTo>
                    <a:pt x="2771202" y="5202521"/>
                    <a:pt x="2673088" y="5092488"/>
                    <a:pt x="2417332" y="5143500"/>
                  </a:cubicBezTo>
                  <a:cubicBezTo>
                    <a:pt x="2161576" y="5194512"/>
                    <a:pt x="2198605" y="5112326"/>
                    <a:pt x="1981691" y="5143500"/>
                  </a:cubicBezTo>
                  <a:cubicBezTo>
                    <a:pt x="1764777" y="5174674"/>
                    <a:pt x="1712465" y="5121304"/>
                    <a:pt x="1622582" y="5143500"/>
                  </a:cubicBezTo>
                  <a:cubicBezTo>
                    <a:pt x="1532699" y="5165696"/>
                    <a:pt x="1149125" y="5120061"/>
                    <a:pt x="857267" y="5143500"/>
                  </a:cubicBezTo>
                  <a:cubicBezTo>
                    <a:pt x="363491" y="5111170"/>
                    <a:pt x="-129805" y="4744916"/>
                    <a:pt x="0" y="4286233"/>
                  </a:cubicBezTo>
                  <a:cubicBezTo>
                    <a:pt x="-61351" y="4067909"/>
                    <a:pt x="54602" y="3910602"/>
                    <a:pt x="0" y="3646159"/>
                  </a:cubicBezTo>
                  <a:cubicBezTo>
                    <a:pt x="-54602" y="3381716"/>
                    <a:pt x="14049" y="3353665"/>
                    <a:pt x="0" y="3074665"/>
                  </a:cubicBezTo>
                  <a:cubicBezTo>
                    <a:pt x="-14049" y="2795665"/>
                    <a:pt x="45350" y="2630878"/>
                    <a:pt x="0" y="2503171"/>
                  </a:cubicBezTo>
                  <a:cubicBezTo>
                    <a:pt x="-45350" y="2375464"/>
                    <a:pt x="53397" y="2064013"/>
                    <a:pt x="0" y="1931676"/>
                  </a:cubicBezTo>
                  <a:cubicBezTo>
                    <a:pt x="-53397" y="1799339"/>
                    <a:pt x="28075" y="1612875"/>
                    <a:pt x="0" y="1463051"/>
                  </a:cubicBezTo>
                  <a:cubicBezTo>
                    <a:pt x="-28075" y="1313228"/>
                    <a:pt x="16726" y="1116465"/>
                    <a:pt x="0" y="857267"/>
                  </a:cubicBezTo>
                  <a:close/>
                </a:path>
              </a:pathLst>
            </a:custGeom>
            <a:ln w="50800" cmpd="thinThick">
              <a:solidFill>
                <a:schemeClr val="tx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669665899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2E3632D-D302-48FA-921F-66A7987E31B3}"/>
                </a:ext>
              </a:extLst>
            </p:cNvPr>
            <p:cNvSpPr txBox="1"/>
            <p:nvPr/>
          </p:nvSpPr>
          <p:spPr>
            <a:xfrm>
              <a:off x="0" y="2535602"/>
              <a:ext cx="8151961" cy="255454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285750" indent="-285750" algn="l">
                <a:buBlip>
                  <a:blip r:embed="rId6"/>
                </a:buBlip>
              </a:pPr>
              <a:r>
                <a:rPr lang="he-IL" sz="4000" dirty="0">
                  <a:solidFill>
                    <a:schemeClr val="tx1"/>
                  </a:solidFill>
                  <a:latin typeface="Barlow Semi Condensed" panose="00000506000000000000" pitchFamily="2" charset="0"/>
                </a:rPr>
                <a:t> </a:t>
              </a:r>
              <a:r>
                <a:rPr lang="en-US" sz="4000" dirty="0">
                  <a:solidFill>
                    <a:schemeClr val="tx1"/>
                  </a:solidFill>
                  <a:latin typeface="Barlow Semi Condensed" panose="00000506000000000000" pitchFamily="2" charset="0"/>
                </a:rPr>
                <a:t>Provide coordination between the sequence and driver</a:t>
              </a:r>
              <a:r>
                <a:rPr lang="he-IL" sz="4000" dirty="0">
                  <a:solidFill>
                    <a:schemeClr val="tx1"/>
                  </a:solidFill>
                  <a:latin typeface="Barlow Semi Condensed" panose="00000506000000000000" pitchFamily="2" charset="0"/>
                </a:rPr>
                <a:t> </a:t>
              </a:r>
            </a:p>
            <a:p>
              <a:pPr marL="285750" indent="-285750" algn="l">
                <a:buBlip>
                  <a:blip r:embed="rId6"/>
                </a:buBlip>
              </a:pPr>
              <a:r>
                <a:rPr lang="he-IL" sz="4000" dirty="0">
                  <a:solidFill>
                    <a:schemeClr val="tx1"/>
                  </a:solidFill>
                  <a:latin typeface="Barlow Semi Condensed" panose="00000506000000000000" pitchFamily="2" charset="0"/>
                </a:rPr>
                <a:t> </a:t>
              </a:r>
              <a:r>
                <a:rPr lang="en-US" sz="4000" dirty="0">
                  <a:solidFill>
                    <a:schemeClr val="tx1"/>
                  </a:solidFill>
                  <a:latin typeface="Barlow Semi Condensed" panose="00000506000000000000" pitchFamily="2" charset="0"/>
                </a:rPr>
                <a:t>Receive packets from the sequence</a:t>
              </a:r>
            </a:p>
            <a:p>
              <a:pPr marL="285750" indent="-285750" algn="l">
                <a:buBlip>
                  <a:blip r:embed="rId6"/>
                </a:buBlip>
              </a:pPr>
              <a:r>
                <a:rPr lang="en-US" sz="4000" dirty="0">
                  <a:solidFill>
                    <a:schemeClr val="tx1"/>
                  </a:solidFill>
                  <a:latin typeface="Barlow Semi Condensed" panose="00000506000000000000" pitchFamily="2" charset="0"/>
                </a:rPr>
                <a:t>Send packets to the drivers</a:t>
              </a:r>
              <a:endParaRPr lang="he-IL" sz="4000" dirty="0">
                <a:solidFill>
                  <a:schemeClr val="tx1"/>
                </a:solidFill>
                <a:latin typeface="Barlow Semi Condensed" panose="00000506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0981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D7666-9A98-4E66-41BB-3511BCB38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Barlow Semi Condensed" panose="00000506000000000000" pitchFamily="2" charset="0"/>
                <a:sym typeface="Fjalla One"/>
              </a:rPr>
              <a:t>uvm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Barlow Semi Condensed" panose="00000506000000000000" pitchFamily="2" charset="0"/>
                <a:sym typeface="Fjalla One"/>
              </a:rPr>
              <a:t> sequence communication</a:t>
            </a:r>
            <a:endParaRPr lang="he-IL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4ACE390-6262-5414-AD1B-BB9F03DFC083}"/>
              </a:ext>
            </a:extLst>
          </p:cNvPr>
          <p:cNvSpPr/>
          <p:nvPr/>
        </p:nvSpPr>
        <p:spPr>
          <a:xfrm>
            <a:off x="802256" y="1604513"/>
            <a:ext cx="2863970" cy="2863970"/>
          </a:xfrm>
          <a:custGeom>
            <a:avLst/>
            <a:gdLst>
              <a:gd name="connsiteX0" fmla="*/ 0 w 2863970"/>
              <a:gd name="connsiteY0" fmla="*/ 1431985 h 2863970"/>
              <a:gd name="connsiteX1" fmla="*/ 1431985 w 2863970"/>
              <a:gd name="connsiteY1" fmla="*/ 0 h 2863970"/>
              <a:gd name="connsiteX2" fmla="*/ 2863970 w 2863970"/>
              <a:gd name="connsiteY2" fmla="*/ 1431985 h 2863970"/>
              <a:gd name="connsiteX3" fmla="*/ 1431985 w 2863970"/>
              <a:gd name="connsiteY3" fmla="*/ 2863970 h 2863970"/>
              <a:gd name="connsiteX4" fmla="*/ 0 w 2863970"/>
              <a:gd name="connsiteY4" fmla="*/ 1431985 h 2863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63970" h="2863970" fill="none" extrusionOk="0">
                <a:moveTo>
                  <a:pt x="0" y="1431985"/>
                </a:moveTo>
                <a:cubicBezTo>
                  <a:pt x="96734" y="652597"/>
                  <a:pt x="694057" y="-108940"/>
                  <a:pt x="1431985" y="0"/>
                </a:cubicBezTo>
                <a:cubicBezTo>
                  <a:pt x="2132222" y="-13878"/>
                  <a:pt x="2815301" y="686944"/>
                  <a:pt x="2863970" y="1431985"/>
                </a:cubicBezTo>
                <a:cubicBezTo>
                  <a:pt x="2860057" y="2185530"/>
                  <a:pt x="2165627" y="2943490"/>
                  <a:pt x="1431985" y="2863970"/>
                </a:cubicBezTo>
                <a:cubicBezTo>
                  <a:pt x="701254" y="2897634"/>
                  <a:pt x="27216" y="2229392"/>
                  <a:pt x="0" y="1431985"/>
                </a:cubicBezTo>
                <a:close/>
              </a:path>
              <a:path w="2863970" h="2863970" stroke="0" extrusionOk="0">
                <a:moveTo>
                  <a:pt x="0" y="1431985"/>
                </a:moveTo>
                <a:cubicBezTo>
                  <a:pt x="-11117" y="634265"/>
                  <a:pt x="570222" y="26610"/>
                  <a:pt x="1431985" y="0"/>
                </a:cubicBezTo>
                <a:cubicBezTo>
                  <a:pt x="2322082" y="20891"/>
                  <a:pt x="2842533" y="641804"/>
                  <a:pt x="2863970" y="1431985"/>
                </a:cubicBezTo>
                <a:cubicBezTo>
                  <a:pt x="2765872" y="2318646"/>
                  <a:pt x="2207400" y="2949355"/>
                  <a:pt x="1431985" y="2863970"/>
                </a:cubicBezTo>
                <a:cubicBezTo>
                  <a:pt x="503959" y="2788925"/>
                  <a:pt x="52605" y="2247983"/>
                  <a:pt x="0" y="1431985"/>
                </a:cubicBezTo>
                <a:close/>
              </a:path>
            </a:pathLst>
          </a:custGeom>
          <a:solidFill>
            <a:schemeClr val="accent4"/>
          </a:solidFill>
          <a:ln w="190500" cmpd="dbl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rlow Semi Condensed" panose="00000506000000000000" pitchFamily="2" charset="0"/>
                <a:sym typeface="Arial"/>
              </a:rPr>
              <a:t>sequence</a:t>
            </a:r>
            <a:endParaRPr lang="he-IL" sz="2000" dirty="0">
              <a:solidFill>
                <a:schemeClr val="tx1"/>
              </a:solidFill>
              <a:latin typeface="Barlow Semi Condensed" panose="00000506000000000000" pitchFamily="2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3BF6741-88E0-64C3-1747-0E50CD8DF5E1}"/>
              </a:ext>
            </a:extLst>
          </p:cNvPr>
          <p:cNvCxnSpPr>
            <a:cxnSpLocks/>
          </p:cNvCxnSpPr>
          <p:nvPr/>
        </p:nvCxnSpPr>
        <p:spPr>
          <a:xfrm>
            <a:off x="366298" y="0"/>
            <a:ext cx="113747" cy="835104"/>
          </a:xfrm>
          <a:prstGeom prst="straightConnector1">
            <a:avLst/>
          </a:prstGeom>
          <a:ln w="6350">
            <a:solidFill>
              <a:srgbClr val="6D6D6D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3" name="Google Shape;2162;p39">
            <a:extLst>
              <a:ext uri="{FF2B5EF4-FFF2-40B4-BE49-F238E27FC236}">
                <a16:creationId xmlns:a16="http://schemas.microsoft.com/office/drawing/2014/main" id="{3DB52684-9131-5EB8-3457-7F9F9B3F29E4}"/>
              </a:ext>
            </a:extLst>
          </p:cNvPr>
          <p:cNvGrpSpPr/>
          <p:nvPr/>
        </p:nvGrpSpPr>
        <p:grpSpPr>
          <a:xfrm>
            <a:off x="18034" y="506095"/>
            <a:ext cx="983516" cy="1026161"/>
            <a:chOff x="3614228" y="234880"/>
            <a:chExt cx="1915500" cy="1915500"/>
          </a:xfrm>
        </p:grpSpPr>
        <p:sp>
          <p:nvSpPr>
            <p:cNvPr id="15" name="Google Shape;2163;p39">
              <a:extLst>
                <a:ext uri="{FF2B5EF4-FFF2-40B4-BE49-F238E27FC236}">
                  <a16:creationId xmlns:a16="http://schemas.microsoft.com/office/drawing/2014/main" id="{DE569203-DCD4-5163-D857-1AA85BD4179B}"/>
                </a:ext>
              </a:extLst>
            </p:cNvPr>
            <p:cNvSpPr/>
            <p:nvPr/>
          </p:nvSpPr>
          <p:spPr>
            <a:xfrm>
              <a:off x="3614228" y="234880"/>
              <a:ext cx="1915500" cy="19155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6" name="Google Shape;2164;p39">
              <a:extLst>
                <a:ext uri="{FF2B5EF4-FFF2-40B4-BE49-F238E27FC236}">
                  <a16:creationId xmlns:a16="http://schemas.microsoft.com/office/drawing/2014/main" id="{3C980BEF-C9FE-388C-2652-FD2462B60338}"/>
                </a:ext>
              </a:extLst>
            </p:cNvPr>
            <p:cNvSpPr/>
            <p:nvPr/>
          </p:nvSpPr>
          <p:spPr>
            <a:xfrm>
              <a:off x="3869711" y="490401"/>
              <a:ext cx="1404000" cy="14040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C65D570-EDC9-FAF9-CC78-0200FD88D6C3}"/>
              </a:ext>
            </a:extLst>
          </p:cNvPr>
          <p:cNvSpPr txBox="1"/>
          <p:nvPr/>
        </p:nvSpPr>
        <p:spPr>
          <a:xfrm>
            <a:off x="141279" y="804202"/>
            <a:ext cx="675185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Barlow Semi Condensed" panose="00000506000000000000" pitchFamily="2" charset="0"/>
              </a:rPr>
              <a:t>Back</a:t>
            </a:r>
            <a:endParaRPr lang="he-IL" dirty="0">
              <a:solidFill>
                <a:schemeClr val="tx1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17" name="Oval 16">
            <a:hlinkClick r:id="rId2" action="ppaction://hlinksldjump"/>
            <a:extLst>
              <a:ext uri="{FF2B5EF4-FFF2-40B4-BE49-F238E27FC236}">
                <a16:creationId xmlns:a16="http://schemas.microsoft.com/office/drawing/2014/main" id="{0AFBE883-5A08-4746-CC11-79FF0035D54E}"/>
              </a:ext>
            </a:extLst>
          </p:cNvPr>
          <p:cNvSpPr/>
          <p:nvPr/>
        </p:nvSpPr>
        <p:spPr>
          <a:xfrm>
            <a:off x="27559" y="515620"/>
            <a:ext cx="983516" cy="102616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latin typeface="Barlow Semi Condensed" panose="00000506000000000000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303BCE6-D459-E7A4-909D-D704DF16443A}"/>
              </a:ext>
            </a:extLst>
          </p:cNvPr>
          <p:cNvGrpSpPr/>
          <p:nvPr/>
        </p:nvGrpSpPr>
        <p:grpSpPr>
          <a:xfrm>
            <a:off x="4114717" y="2491364"/>
            <a:ext cx="8408049" cy="4625711"/>
            <a:chOff x="4114717" y="2491364"/>
            <a:chExt cx="8408049" cy="462571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0EA717B-207F-3C25-2FFD-E961870EE4E1}"/>
                </a:ext>
              </a:extLst>
            </p:cNvPr>
            <p:cNvSpPr/>
            <p:nvPr/>
          </p:nvSpPr>
          <p:spPr>
            <a:xfrm rot="174945">
              <a:off x="4114717" y="2491364"/>
              <a:ext cx="8408049" cy="4625711"/>
            </a:xfrm>
            <a:custGeom>
              <a:avLst/>
              <a:gdLst>
                <a:gd name="connsiteX0" fmla="*/ 0 w 8408049"/>
                <a:gd name="connsiteY0" fmla="*/ 0 h 4625711"/>
                <a:gd name="connsiteX1" fmla="*/ 8408049 w 8408049"/>
                <a:gd name="connsiteY1" fmla="*/ 0 h 4625711"/>
                <a:gd name="connsiteX2" fmla="*/ 8408049 w 8408049"/>
                <a:gd name="connsiteY2" fmla="*/ 4625711 h 4625711"/>
                <a:gd name="connsiteX3" fmla="*/ 0 w 8408049"/>
                <a:gd name="connsiteY3" fmla="*/ 4625711 h 4625711"/>
                <a:gd name="connsiteX4" fmla="*/ 0 w 8408049"/>
                <a:gd name="connsiteY4" fmla="*/ 0 h 4625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08049" h="4625711" fill="none" extrusionOk="0">
                  <a:moveTo>
                    <a:pt x="0" y="0"/>
                  </a:moveTo>
                  <a:cubicBezTo>
                    <a:pt x="2778207" y="135416"/>
                    <a:pt x="5171620" y="-48020"/>
                    <a:pt x="8408049" y="0"/>
                  </a:cubicBezTo>
                  <a:cubicBezTo>
                    <a:pt x="8377101" y="1788839"/>
                    <a:pt x="8430661" y="3502804"/>
                    <a:pt x="8408049" y="4625711"/>
                  </a:cubicBezTo>
                  <a:cubicBezTo>
                    <a:pt x="6717383" y="4495184"/>
                    <a:pt x="4095406" y="4489558"/>
                    <a:pt x="0" y="4625711"/>
                  </a:cubicBezTo>
                  <a:cubicBezTo>
                    <a:pt x="127074" y="3612773"/>
                    <a:pt x="-117699" y="598090"/>
                    <a:pt x="0" y="0"/>
                  </a:cubicBezTo>
                  <a:close/>
                </a:path>
                <a:path w="8408049" h="4625711" stroke="0" extrusionOk="0">
                  <a:moveTo>
                    <a:pt x="0" y="0"/>
                  </a:moveTo>
                  <a:cubicBezTo>
                    <a:pt x="1625553" y="-60950"/>
                    <a:pt x="6630064" y="470"/>
                    <a:pt x="8408049" y="0"/>
                  </a:cubicBezTo>
                  <a:cubicBezTo>
                    <a:pt x="8270304" y="2100219"/>
                    <a:pt x="8437539" y="3007349"/>
                    <a:pt x="8408049" y="4625711"/>
                  </a:cubicBezTo>
                  <a:cubicBezTo>
                    <a:pt x="5924433" y="4506900"/>
                    <a:pt x="2512375" y="4590796"/>
                    <a:pt x="0" y="4625711"/>
                  </a:cubicBezTo>
                  <a:cubicBezTo>
                    <a:pt x="-64547" y="2584131"/>
                    <a:pt x="21612" y="867038"/>
                    <a:pt x="0" y="0"/>
                  </a:cubicBezTo>
                  <a:close/>
                </a:path>
              </a:pathLst>
            </a:custGeom>
            <a:solidFill>
              <a:schemeClr val="tx2">
                <a:lumMod val="90000"/>
              </a:schemeClr>
            </a:solidFill>
            <a:ln>
              <a:solidFill>
                <a:schemeClr val="accent1">
                  <a:lumMod val="7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389488170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0FC4A53-C12C-F9E7-937D-B1FA1B460D86}"/>
                </a:ext>
              </a:extLst>
            </p:cNvPr>
            <p:cNvSpPr txBox="1"/>
            <p:nvPr/>
          </p:nvSpPr>
          <p:spPr>
            <a:xfrm>
              <a:off x="4572000" y="2695671"/>
              <a:ext cx="7234237" cy="255454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285750" indent="-285750" algn="l">
                <a:buBlip>
                  <a:blip r:embed="rId3"/>
                </a:buBlip>
              </a:pPr>
              <a:r>
                <a:rPr lang="he-IL" sz="4000" dirty="0">
                  <a:solidFill>
                    <a:schemeClr val="tx1"/>
                  </a:solidFill>
                  <a:latin typeface="Barlow Semi Condensed" panose="00000506000000000000" pitchFamily="2" charset="0"/>
                  <a:ea typeface="+mn-ea"/>
                  <a:cs typeface="+mn-cs"/>
                </a:rPr>
                <a:t> </a:t>
              </a:r>
              <a:r>
                <a:rPr lang="en-US" sz="4000" dirty="0">
                  <a:solidFill>
                    <a:schemeClr val="tx1"/>
                  </a:solidFill>
                  <a:latin typeface="Barlow Semi Condensed" panose="00000506000000000000" pitchFamily="2" charset="0"/>
                  <a:ea typeface="+mn-ea"/>
                  <a:cs typeface="+mn-cs"/>
                </a:rPr>
                <a:t>Generate random stimulus</a:t>
              </a:r>
              <a:endParaRPr lang="he-IL" sz="4000" dirty="0">
                <a:solidFill>
                  <a:schemeClr val="tx1"/>
                </a:solidFill>
                <a:latin typeface="Barlow Semi Condensed" panose="00000506000000000000" pitchFamily="2" charset="0"/>
                <a:ea typeface="+mn-ea"/>
                <a:cs typeface="+mn-cs"/>
              </a:endParaRPr>
            </a:p>
            <a:p>
              <a:pPr marL="285750" indent="-285750" algn="l">
                <a:buBlip>
                  <a:blip r:embed="rId3"/>
                </a:buBlip>
              </a:pPr>
              <a:r>
                <a:rPr lang="he-IL" sz="4000" dirty="0">
                  <a:solidFill>
                    <a:schemeClr val="tx1"/>
                  </a:solidFill>
                  <a:latin typeface="Barlow Semi Condensed" panose="00000506000000000000" pitchFamily="2" charset="0"/>
                  <a:ea typeface="+mn-ea"/>
                  <a:cs typeface="+mn-cs"/>
                </a:rPr>
                <a:t> </a:t>
              </a:r>
              <a:r>
                <a:rPr lang="en-US" sz="4000" dirty="0">
                  <a:solidFill>
                    <a:schemeClr val="tx1"/>
                  </a:solidFill>
                  <a:latin typeface="Barlow Semi Condensed" panose="00000506000000000000" pitchFamily="2" charset="0"/>
                  <a:ea typeface="+mn-ea"/>
                  <a:cs typeface="+mn-cs"/>
                </a:rPr>
                <a:t>Connected to one sequencer</a:t>
              </a:r>
              <a:endParaRPr lang="he-IL" sz="4000" dirty="0">
                <a:solidFill>
                  <a:schemeClr val="tx1"/>
                </a:solidFill>
                <a:latin typeface="Barlow Semi Condensed" panose="00000506000000000000" pitchFamily="2" charset="0"/>
                <a:ea typeface="+mn-ea"/>
                <a:cs typeface="+mn-cs"/>
              </a:endParaRPr>
            </a:p>
            <a:p>
              <a:pPr marL="285750" indent="-285750" algn="l">
                <a:buBlip>
                  <a:blip r:embed="rId3"/>
                </a:buBlip>
              </a:pPr>
              <a:r>
                <a:rPr lang="he-IL" sz="4000" dirty="0">
                  <a:solidFill>
                    <a:schemeClr val="tx1"/>
                  </a:solidFill>
                  <a:latin typeface="Barlow Semi Condensed" panose="00000506000000000000" pitchFamily="2" charset="0"/>
                  <a:ea typeface="+mn-ea"/>
                  <a:cs typeface="+mn-cs"/>
                </a:rPr>
                <a:t> </a:t>
              </a:r>
              <a:r>
                <a:rPr lang="en-US" sz="4000" dirty="0">
                  <a:solidFill>
                    <a:schemeClr val="tx1"/>
                  </a:solidFill>
                  <a:latin typeface="Barlow Semi Condensed" panose="00000506000000000000" pitchFamily="2" charset="0"/>
                  <a:ea typeface="+mn-ea"/>
                  <a:cs typeface="+mn-cs"/>
                </a:rPr>
                <a:t>Executed on one phase</a:t>
              </a:r>
            </a:p>
            <a:p>
              <a:pPr marL="285750" indent="-285750" algn="l">
                <a:buBlip>
                  <a:blip r:embed="rId3"/>
                </a:buBlip>
              </a:pPr>
              <a:r>
                <a:rPr lang="he-IL" sz="4000" dirty="0">
                  <a:solidFill>
                    <a:schemeClr val="tx1"/>
                  </a:solidFill>
                  <a:latin typeface="Barlow Semi Condensed" panose="00000506000000000000" pitchFamily="2" charset="0"/>
                  <a:ea typeface="+mn-ea"/>
                  <a:cs typeface="+mn-cs"/>
                </a:rPr>
                <a:t> </a:t>
              </a:r>
              <a:r>
                <a:rPr lang="en-US" sz="4000" dirty="0">
                  <a:solidFill>
                    <a:schemeClr val="tx1"/>
                  </a:solidFill>
                  <a:latin typeface="Barlow Semi Condensed" panose="00000506000000000000" pitchFamily="2" charset="0"/>
                  <a:ea typeface="+mn-ea"/>
                  <a:cs typeface="+mn-cs"/>
                </a:rPr>
                <a:t>Isn’t part of the environment</a:t>
              </a:r>
              <a:endParaRPr lang="he-IL" sz="4000" dirty="0">
                <a:solidFill>
                  <a:schemeClr val="tx1"/>
                </a:solidFill>
                <a:latin typeface="Barlow Semi Condensed" panose="00000506000000000000" pitchFamily="2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167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D7666-9A98-4E66-41BB-3511BCB38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Barlow Semi Condensed" panose="00000506000000000000" pitchFamily="2" charset="0"/>
                <a:sym typeface="Fjalla One"/>
              </a:rPr>
              <a:t>uvm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Barlow Semi Condensed" panose="00000506000000000000" pitchFamily="2" charset="0"/>
                <a:sym typeface="Fjalla One"/>
              </a:rPr>
              <a:t> sequence communication</a:t>
            </a:r>
            <a:endParaRPr lang="he-IL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A9CC9EF-7E29-E9F6-3EC3-EC2A3F600B45}"/>
              </a:ext>
            </a:extLst>
          </p:cNvPr>
          <p:cNvSpPr/>
          <p:nvPr/>
        </p:nvSpPr>
        <p:spPr>
          <a:xfrm>
            <a:off x="5106838" y="2100408"/>
            <a:ext cx="2122098" cy="768000"/>
          </a:xfrm>
          <a:custGeom>
            <a:avLst/>
            <a:gdLst>
              <a:gd name="connsiteX0" fmla="*/ 0 w 2122098"/>
              <a:gd name="connsiteY0" fmla="*/ 128003 h 768000"/>
              <a:gd name="connsiteX1" fmla="*/ 128003 w 2122098"/>
              <a:gd name="connsiteY1" fmla="*/ 0 h 768000"/>
              <a:gd name="connsiteX2" fmla="*/ 768695 w 2122098"/>
              <a:gd name="connsiteY2" fmla="*/ 0 h 768000"/>
              <a:gd name="connsiteX3" fmla="*/ 1390725 w 2122098"/>
              <a:gd name="connsiteY3" fmla="*/ 0 h 768000"/>
              <a:gd name="connsiteX4" fmla="*/ 1994095 w 2122098"/>
              <a:gd name="connsiteY4" fmla="*/ 0 h 768000"/>
              <a:gd name="connsiteX5" fmla="*/ 2122098 w 2122098"/>
              <a:gd name="connsiteY5" fmla="*/ 128003 h 768000"/>
              <a:gd name="connsiteX6" fmla="*/ 2122098 w 2122098"/>
              <a:gd name="connsiteY6" fmla="*/ 639997 h 768000"/>
              <a:gd name="connsiteX7" fmla="*/ 1994095 w 2122098"/>
              <a:gd name="connsiteY7" fmla="*/ 768000 h 768000"/>
              <a:gd name="connsiteX8" fmla="*/ 1353403 w 2122098"/>
              <a:gd name="connsiteY8" fmla="*/ 768000 h 768000"/>
              <a:gd name="connsiteX9" fmla="*/ 787356 w 2122098"/>
              <a:gd name="connsiteY9" fmla="*/ 768000 h 768000"/>
              <a:gd name="connsiteX10" fmla="*/ 128003 w 2122098"/>
              <a:gd name="connsiteY10" fmla="*/ 768000 h 768000"/>
              <a:gd name="connsiteX11" fmla="*/ 0 w 2122098"/>
              <a:gd name="connsiteY11" fmla="*/ 639997 h 768000"/>
              <a:gd name="connsiteX12" fmla="*/ 0 w 2122098"/>
              <a:gd name="connsiteY12" fmla="*/ 128003 h 7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22098" h="768000" fill="none" extrusionOk="0">
                <a:moveTo>
                  <a:pt x="0" y="128003"/>
                </a:moveTo>
                <a:cubicBezTo>
                  <a:pt x="-14347" y="59665"/>
                  <a:pt x="45633" y="-8056"/>
                  <a:pt x="128003" y="0"/>
                </a:cubicBezTo>
                <a:cubicBezTo>
                  <a:pt x="395874" y="-18280"/>
                  <a:pt x="553237" y="14825"/>
                  <a:pt x="768695" y="0"/>
                </a:cubicBezTo>
                <a:cubicBezTo>
                  <a:pt x="984153" y="-14825"/>
                  <a:pt x="1150672" y="21819"/>
                  <a:pt x="1390725" y="0"/>
                </a:cubicBezTo>
                <a:cubicBezTo>
                  <a:pt x="1630778" y="-21819"/>
                  <a:pt x="1757298" y="-7686"/>
                  <a:pt x="1994095" y="0"/>
                </a:cubicBezTo>
                <a:cubicBezTo>
                  <a:pt x="2051532" y="546"/>
                  <a:pt x="2124770" y="52492"/>
                  <a:pt x="2122098" y="128003"/>
                </a:cubicBezTo>
                <a:cubicBezTo>
                  <a:pt x="2113652" y="337391"/>
                  <a:pt x="2130973" y="495298"/>
                  <a:pt x="2122098" y="639997"/>
                </a:cubicBezTo>
                <a:cubicBezTo>
                  <a:pt x="2129928" y="726194"/>
                  <a:pt x="2062955" y="768967"/>
                  <a:pt x="1994095" y="768000"/>
                </a:cubicBezTo>
                <a:cubicBezTo>
                  <a:pt x="1695338" y="779557"/>
                  <a:pt x="1559861" y="740189"/>
                  <a:pt x="1353403" y="768000"/>
                </a:cubicBezTo>
                <a:cubicBezTo>
                  <a:pt x="1146945" y="795811"/>
                  <a:pt x="934029" y="794644"/>
                  <a:pt x="787356" y="768000"/>
                </a:cubicBezTo>
                <a:cubicBezTo>
                  <a:pt x="640683" y="741356"/>
                  <a:pt x="333556" y="771168"/>
                  <a:pt x="128003" y="768000"/>
                </a:cubicBezTo>
                <a:cubicBezTo>
                  <a:pt x="61817" y="769578"/>
                  <a:pt x="2941" y="720597"/>
                  <a:pt x="0" y="639997"/>
                </a:cubicBezTo>
                <a:cubicBezTo>
                  <a:pt x="-7550" y="514388"/>
                  <a:pt x="22625" y="343678"/>
                  <a:pt x="0" y="128003"/>
                </a:cubicBezTo>
                <a:close/>
              </a:path>
              <a:path w="2122098" h="768000" stroke="0" extrusionOk="0">
                <a:moveTo>
                  <a:pt x="0" y="128003"/>
                </a:moveTo>
                <a:cubicBezTo>
                  <a:pt x="-4633" y="54451"/>
                  <a:pt x="44128" y="4947"/>
                  <a:pt x="128003" y="0"/>
                </a:cubicBezTo>
                <a:cubicBezTo>
                  <a:pt x="351483" y="1437"/>
                  <a:pt x="541561" y="10716"/>
                  <a:pt x="787356" y="0"/>
                </a:cubicBezTo>
                <a:cubicBezTo>
                  <a:pt x="1033151" y="-10716"/>
                  <a:pt x="1175028" y="23445"/>
                  <a:pt x="1390725" y="0"/>
                </a:cubicBezTo>
                <a:cubicBezTo>
                  <a:pt x="1606422" y="-23445"/>
                  <a:pt x="1702515" y="26924"/>
                  <a:pt x="1994095" y="0"/>
                </a:cubicBezTo>
                <a:cubicBezTo>
                  <a:pt x="2061860" y="-9433"/>
                  <a:pt x="2125445" y="44922"/>
                  <a:pt x="2122098" y="128003"/>
                </a:cubicBezTo>
                <a:cubicBezTo>
                  <a:pt x="2134713" y="251216"/>
                  <a:pt x="2120804" y="434622"/>
                  <a:pt x="2122098" y="639997"/>
                </a:cubicBezTo>
                <a:cubicBezTo>
                  <a:pt x="2121015" y="700362"/>
                  <a:pt x="2062665" y="770952"/>
                  <a:pt x="1994095" y="768000"/>
                </a:cubicBezTo>
                <a:cubicBezTo>
                  <a:pt x="1817338" y="776418"/>
                  <a:pt x="1546804" y="757939"/>
                  <a:pt x="1409386" y="768000"/>
                </a:cubicBezTo>
                <a:cubicBezTo>
                  <a:pt x="1271968" y="778061"/>
                  <a:pt x="1038612" y="740177"/>
                  <a:pt x="787356" y="768000"/>
                </a:cubicBezTo>
                <a:cubicBezTo>
                  <a:pt x="536100" y="795824"/>
                  <a:pt x="328584" y="760178"/>
                  <a:pt x="128003" y="768000"/>
                </a:cubicBezTo>
                <a:cubicBezTo>
                  <a:pt x="59842" y="765497"/>
                  <a:pt x="11831" y="703062"/>
                  <a:pt x="0" y="639997"/>
                </a:cubicBezTo>
                <a:cubicBezTo>
                  <a:pt x="-24067" y="438689"/>
                  <a:pt x="-23484" y="368076"/>
                  <a:pt x="0" y="128003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Barlow Semi Condensed" panose="00000506000000000000" pitchFamily="2" charset="0"/>
              </a:rPr>
              <a:t>sequence item</a:t>
            </a:r>
            <a:endParaRPr lang="he-IL" sz="2000" dirty="0">
              <a:solidFill>
                <a:schemeClr val="tx1"/>
              </a:solidFill>
              <a:latin typeface="Barlow Semi Condensed" panose="00000506000000000000" pitchFamily="2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2DCF6F7-CC12-2E4F-8FE3-72B1A06ECD7A}"/>
              </a:ext>
            </a:extLst>
          </p:cNvPr>
          <p:cNvGrpSpPr/>
          <p:nvPr/>
        </p:nvGrpSpPr>
        <p:grpSpPr>
          <a:xfrm>
            <a:off x="1701637" y="3176205"/>
            <a:ext cx="8900226" cy="2034150"/>
            <a:chOff x="1701637" y="3176205"/>
            <a:chExt cx="8900226" cy="203415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75F8891-F3DC-FE83-DDEA-0D2D6E82EE4C}"/>
                </a:ext>
              </a:extLst>
            </p:cNvPr>
            <p:cNvSpPr/>
            <p:nvPr/>
          </p:nvSpPr>
          <p:spPr>
            <a:xfrm>
              <a:off x="1701637" y="3176205"/>
              <a:ext cx="8900225" cy="2034150"/>
            </a:xfrm>
            <a:custGeom>
              <a:avLst/>
              <a:gdLst>
                <a:gd name="connsiteX0" fmla="*/ 0 w 8900225"/>
                <a:gd name="connsiteY0" fmla="*/ 0 h 2034150"/>
                <a:gd name="connsiteX1" fmla="*/ 506628 w 8900225"/>
                <a:gd name="connsiteY1" fmla="*/ 0 h 2034150"/>
                <a:gd name="connsiteX2" fmla="*/ 1191261 w 8900225"/>
                <a:gd name="connsiteY2" fmla="*/ 0 h 2034150"/>
                <a:gd name="connsiteX3" fmla="*/ 1697889 w 8900225"/>
                <a:gd name="connsiteY3" fmla="*/ 0 h 2034150"/>
                <a:gd name="connsiteX4" fmla="*/ 2560526 w 8900225"/>
                <a:gd name="connsiteY4" fmla="*/ 0 h 2034150"/>
                <a:gd name="connsiteX5" fmla="*/ 3067154 w 8900225"/>
                <a:gd name="connsiteY5" fmla="*/ 0 h 2034150"/>
                <a:gd name="connsiteX6" fmla="*/ 3662785 w 8900225"/>
                <a:gd name="connsiteY6" fmla="*/ 0 h 2034150"/>
                <a:gd name="connsiteX7" fmla="*/ 4525422 w 8900225"/>
                <a:gd name="connsiteY7" fmla="*/ 0 h 2034150"/>
                <a:gd name="connsiteX8" fmla="*/ 5210055 w 8900225"/>
                <a:gd name="connsiteY8" fmla="*/ 0 h 2034150"/>
                <a:gd name="connsiteX9" fmla="*/ 6072692 w 8900225"/>
                <a:gd name="connsiteY9" fmla="*/ 0 h 2034150"/>
                <a:gd name="connsiteX10" fmla="*/ 6579320 w 8900225"/>
                <a:gd name="connsiteY10" fmla="*/ 0 h 2034150"/>
                <a:gd name="connsiteX11" fmla="*/ 6996946 w 8900225"/>
                <a:gd name="connsiteY11" fmla="*/ 0 h 2034150"/>
                <a:gd name="connsiteX12" fmla="*/ 7592577 w 8900225"/>
                <a:gd name="connsiteY12" fmla="*/ 0 h 2034150"/>
                <a:gd name="connsiteX13" fmla="*/ 8900225 w 8900225"/>
                <a:gd name="connsiteY13" fmla="*/ 0 h 2034150"/>
                <a:gd name="connsiteX14" fmla="*/ 8900225 w 8900225"/>
                <a:gd name="connsiteY14" fmla="*/ 718733 h 2034150"/>
                <a:gd name="connsiteX15" fmla="*/ 8900225 w 8900225"/>
                <a:gd name="connsiteY15" fmla="*/ 1376442 h 2034150"/>
                <a:gd name="connsiteX16" fmla="*/ 8900225 w 8900225"/>
                <a:gd name="connsiteY16" fmla="*/ 2034150 h 2034150"/>
                <a:gd name="connsiteX17" fmla="*/ 8304595 w 8900225"/>
                <a:gd name="connsiteY17" fmla="*/ 2034150 h 2034150"/>
                <a:gd name="connsiteX18" fmla="*/ 7619962 w 8900225"/>
                <a:gd name="connsiteY18" fmla="*/ 2034150 h 2034150"/>
                <a:gd name="connsiteX19" fmla="*/ 6846327 w 8900225"/>
                <a:gd name="connsiteY19" fmla="*/ 2034150 h 2034150"/>
                <a:gd name="connsiteX20" fmla="*/ 6161694 w 8900225"/>
                <a:gd name="connsiteY20" fmla="*/ 2034150 h 2034150"/>
                <a:gd name="connsiteX21" fmla="*/ 5388059 w 8900225"/>
                <a:gd name="connsiteY21" fmla="*/ 2034150 h 2034150"/>
                <a:gd name="connsiteX22" fmla="*/ 4525422 w 8900225"/>
                <a:gd name="connsiteY22" fmla="*/ 2034150 h 2034150"/>
                <a:gd name="connsiteX23" fmla="*/ 3840789 w 8900225"/>
                <a:gd name="connsiteY23" fmla="*/ 2034150 h 2034150"/>
                <a:gd name="connsiteX24" fmla="*/ 3245159 w 8900225"/>
                <a:gd name="connsiteY24" fmla="*/ 2034150 h 2034150"/>
                <a:gd name="connsiteX25" fmla="*/ 2382522 w 8900225"/>
                <a:gd name="connsiteY25" fmla="*/ 2034150 h 2034150"/>
                <a:gd name="connsiteX26" fmla="*/ 1786891 w 8900225"/>
                <a:gd name="connsiteY26" fmla="*/ 2034150 h 2034150"/>
                <a:gd name="connsiteX27" fmla="*/ 1191261 w 8900225"/>
                <a:gd name="connsiteY27" fmla="*/ 2034150 h 2034150"/>
                <a:gd name="connsiteX28" fmla="*/ 0 w 8900225"/>
                <a:gd name="connsiteY28" fmla="*/ 2034150 h 2034150"/>
                <a:gd name="connsiteX29" fmla="*/ 0 w 8900225"/>
                <a:gd name="connsiteY29" fmla="*/ 1335759 h 2034150"/>
                <a:gd name="connsiteX30" fmla="*/ 0 w 8900225"/>
                <a:gd name="connsiteY30" fmla="*/ 617026 h 2034150"/>
                <a:gd name="connsiteX31" fmla="*/ 0 w 8900225"/>
                <a:gd name="connsiteY31" fmla="*/ 0 h 2034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900225" h="2034150" fill="none" extrusionOk="0">
                  <a:moveTo>
                    <a:pt x="0" y="0"/>
                  </a:moveTo>
                  <a:cubicBezTo>
                    <a:pt x="127320" y="-3005"/>
                    <a:pt x="297574" y="12117"/>
                    <a:pt x="506628" y="0"/>
                  </a:cubicBezTo>
                  <a:cubicBezTo>
                    <a:pt x="715682" y="-12117"/>
                    <a:pt x="1045097" y="12718"/>
                    <a:pt x="1191261" y="0"/>
                  </a:cubicBezTo>
                  <a:cubicBezTo>
                    <a:pt x="1337425" y="-12718"/>
                    <a:pt x="1593420" y="-7734"/>
                    <a:pt x="1697889" y="0"/>
                  </a:cubicBezTo>
                  <a:cubicBezTo>
                    <a:pt x="1802358" y="7734"/>
                    <a:pt x="2269404" y="-39338"/>
                    <a:pt x="2560526" y="0"/>
                  </a:cubicBezTo>
                  <a:cubicBezTo>
                    <a:pt x="2851648" y="39338"/>
                    <a:pt x="2897138" y="11503"/>
                    <a:pt x="3067154" y="0"/>
                  </a:cubicBezTo>
                  <a:cubicBezTo>
                    <a:pt x="3237170" y="-11503"/>
                    <a:pt x="3377839" y="-24650"/>
                    <a:pt x="3662785" y="0"/>
                  </a:cubicBezTo>
                  <a:cubicBezTo>
                    <a:pt x="3947731" y="24650"/>
                    <a:pt x="4131261" y="17859"/>
                    <a:pt x="4525422" y="0"/>
                  </a:cubicBezTo>
                  <a:cubicBezTo>
                    <a:pt x="4919583" y="-17859"/>
                    <a:pt x="5044109" y="11944"/>
                    <a:pt x="5210055" y="0"/>
                  </a:cubicBezTo>
                  <a:cubicBezTo>
                    <a:pt x="5376001" y="-11944"/>
                    <a:pt x="5895627" y="12910"/>
                    <a:pt x="6072692" y="0"/>
                  </a:cubicBezTo>
                  <a:cubicBezTo>
                    <a:pt x="6249757" y="-12910"/>
                    <a:pt x="6396484" y="13636"/>
                    <a:pt x="6579320" y="0"/>
                  </a:cubicBezTo>
                  <a:cubicBezTo>
                    <a:pt x="6762156" y="-13636"/>
                    <a:pt x="6789583" y="-11903"/>
                    <a:pt x="6996946" y="0"/>
                  </a:cubicBezTo>
                  <a:cubicBezTo>
                    <a:pt x="7204309" y="11903"/>
                    <a:pt x="7384655" y="3858"/>
                    <a:pt x="7592577" y="0"/>
                  </a:cubicBezTo>
                  <a:cubicBezTo>
                    <a:pt x="7800499" y="-3858"/>
                    <a:pt x="8371962" y="34090"/>
                    <a:pt x="8900225" y="0"/>
                  </a:cubicBezTo>
                  <a:cubicBezTo>
                    <a:pt x="8927935" y="234622"/>
                    <a:pt x="8915773" y="477135"/>
                    <a:pt x="8900225" y="718733"/>
                  </a:cubicBezTo>
                  <a:cubicBezTo>
                    <a:pt x="8884677" y="960331"/>
                    <a:pt x="8924869" y="1120582"/>
                    <a:pt x="8900225" y="1376442"/>
                  </a:cubicBezTo>
                  <a:cubicBezTo>
                    <a:pt x="8875581" y="1632302"/>
                    <a:pt x="8932301" y="1799869"/>
                    <a:pt x="8900225" y="2034150"/>
                  </a:cubicBezTo>
                  <a:cubicBezTo>
                    <a:pt x="8622342" y="2047256"/>
                    <a:pt x="8534238" y="2042732"/>
                    <a:pt x="8304595" y="2034150"/>
                  </a:cubicBezTo>
                  <a:cubicBezTo>
                    <a:pt x="8074952" y="2025569"/>
                    <a:pt x="7953107" y="2030801"/>
                    <a:pt x="7619962" y="2034150"/>
                  </a:cubicBezTo>
                  <a:cubicBezTo>
                    <a:pt x="7286817" y="2037499"/>
                    <a:pt x="7045780" y="2045920"/>
                    <a:pt x="6846327" y="2034150"/>
                  </a:cubicBezTo>
                  <a:cubicBezTo>
                    <a:pt x="6646874" y="2022380"/>
                    <a:pt x="6413610" y="2038411"/>
                    <a:pt x="6161694" y="2034150"/>
                  </a:cubicBezTo>
                  <a:cubicBezTo>
                    <a:pt x="5909778" y="2029889"/>
                    <a:pt x="5602491" y="2050524"/>
                    <a:pt x="5388059" y="2034150"/>
                  </a:cubicBezTo>
                  <a:cubicBezTo>
                    <a:pt x="5173627" y="2017776"/>
                    <a:pt x="4776545" y="2011866"/>
                    <a:pt x="4525422" y="2034150"/>
                  </a:cubicBezTo>
                  <a:cubicBezTo>
                    <a:pt x="4274299" y="2056434"/>
                    <a:pt x="4089199" y="2010040"/>
                    <a:pt x="3840789" y="2034150"/>
                  </a:cubicBezTo>
                  <a:cubicBezTo>
                    <a:pt x="3592379" y="2058260"/>
                    <a:pt x="3499880" y="2009986"/>
                    <a:pt x="3245159" y="2034150"/>
                  </a:cubicBezTo>
                  <a:cubicBezTo>
                    <a:pt x="2990438" y="2058315"/>
                    <a:pt x="2738064" y="2028727"/>
                    <a:pt x="2382522" y="2034150"/>
                  </a:cubicBezTo>
                  <a:cubicBezTo>
                    <a:pt x="2026980" y="2039573"/>
                    <a:pt x="1981483" y="2025112"/>
                    <a:pt x="1786891" y="2034150"/>
                  </a:cubicBezTo>
                  <a:cubicBezTo>
                    <a:pt x="1592299" y="2043188"/>
                    <a:pt x="1459480" y="2015318"/>
                    <a:pt x="1191261" y="2034150"/>
                  </a:cubicBezTo>
                  <a:cubicBezTo>
                    <a:pt x="923042" y="2052983"/>
                    <a:pt x="446474" y="2006345"/>
                    <a:pt x="0" y="2034150"/>
                  </a:cubicBezTo>
                  <a:cubicBezTo>
                    <a:pt x="-10971" y="1761479"/>
                    <a:pt x="11190" y="1661708"/>
                    <a:pt x="0" y="1335759"/>
                  </a:cubicBezTo>
                  <a:cubicBezTo>
                    <a:pt x="-11190" y="1009810"/>
                    <a:pt x="15404" y="929918"/>
                    <a:pt x="0" y="617026"/>
                  </a:cubicBezTo>
                  <a:cubicBezTo>
                    <a:pt x="-15404" y="304134"/>
                    <a:pt x="25317" y="193018"/>
                    <a:pt x="0" y="0"/>
                  </a:cubicBezTo>
                  <a:close/>
                </a:path>
                <a:path w="8900225" h="2034150" stroke="0" extrusionOk="0">
                  <a:moveTo>
                    <a:pt x="0" y="0"/>
                  </a:moveTo>
                  <a:cubicBezTo>
                    <a:pt x="139692" y="14652"/>
                    <a:pt x="495713" y="22371"/>
                    <a:pt x="684633" y="0"/>
                  </a:cubicBezTo>
                  <a:cubicBezTo>
                    <a:pt x="873553" y="-22371"/>
                    <a:pt x="1362320" y="-17653"/>
                    <a:pt x="1547270" y="0"/>
                  </a:cubicBezTo>
                  <a:cubicBezTo>
                    <a:pt x="1732220" y="17653"/>
                    <a:pt x="1929678" y="9935"/>
                    <a:pt x="2053898" y="0"/>
                  </a:cubicBezTo>
                  <a:cubicBezTo>
                    <a:pt x="2178118" y="-9935"/>
                    <a:pt x="2447970" y="-10298"/>
                    <a:pt x="2738531" y="0"/>
                  </a:cubicBezTo>
                  <a:cubicBezTo>
                    <a:pt x="3029092" y="10298"/>
                    <a:pt x="3237901" y="-2"/>
                    <a:pt x="3512166" y="0"/>
                  </a:cubicBezTo>
                  <a:cubicBezTo>
                    <a:pt x="3786432" y="2"/>
                    <a:pt x="3818056" y="-22388"/>
                    <a:pt x="4107796" y="0"/>
                  </a:cubicBezTo>
                  <a:cubicBezTo>
                    <a:pt x="4397536" y="22388"/>
                    <a:pt x="4385446" y="-21807"/>
                    <a:pt x="4614424" y="0"/>
                  </a:cubicBezTo>
                  <a:cubicBezTo>
                    <a:pt x="4843402" y="21807"/>
                    <a:pt x="4936789" y="-11353"/>
                    <a:pt x="5210055" y="0"/>
                  </a:cubicBezTo>
                  <a:cubicBezTo>
                    <a:pt x="5483321" y="11353"/>
                    <a:pt x="5771356" y="5543"/>
                    <a:pt x="5983690" y="0"/>
                  </a:cubicBezTo>
                  <a:cubicBezTo>
                    <a:pt x="6196024" y="-5543"/>
                    <a:pt x="6302630" y="9781"/>
                    <a:pt x="6401316" y="0"/>
                  </a:cubicBezTo>
                  <a:cubicBezTo>
                    <a:pt x="6500002" y="-9781"/>
                    <a:pt x="6808752" y="-25865"/>
                    <a:pt x="6996946" y="0"/>
                  </a:cubicBezTo>
                  <a:cubicBezTo>
                    <a:pt x="7185140" y="25865"/>
                    <a:pt x="7357401" y="33568"/>
                    <a:pt x="7681579" y="0"/>
                  </a:cubicBezTo>
                  <a:cubicBezTo>
                    <a:pt x="8005757" y="-33568"/>
                    <a:pt x="8502556" y="-34196"/>
                    <a:pt x="8900225" y="0"/>
                  </a:cubicBezTo>
                  <a:cubicBezTo>
                    <a:pt x="8908535" y="130117"/>
                    <a:pt x="8911012" y="416205"/>
                    <a:pt x="8900225" y="617026"/>
                  </a:cubicBezTo>
                  <a:cubicBezTo>
                    <a:pt x="8889438" y="817847"/>
                    <a:pt x="8908585" y="996262"/>
                    <a:pt x="8900225" y="1335759"/>
                  </a:cubicBezTo>
                  <a:cubicBezTo>
                    <a:pt x="8891865" y="1675256"/>
                    <a:pt x="8894667" y="1776521"/>
                    <a:pt x="8900225" y="2034150"/>
                  </a:cubicBezTo>
                  <a:cubicBezTo>
                    <a:pt x="8699368" y="2044958"/>
                    <a:pt x="8616187" y="2013606"/>
                    <a:pt x="8482599" y="2034150"/>
                  </a:cubicBezTo>
                  <a:cubicBezTo>
                    <a:pt x="8349011" y="2054694"/>
                    <a:pt x="8044885" y="2037563"/>
                    <a:pt x="7619962" y="2034150"/>
                  </a:cubicBezTo>
                  <a:cubicBezTo>
                    <a:pt x="7195039" y="2030737"/>
                    <a:pt x="7361980" y="2027898"/>
                    <a:pt x="7202336" y="2034150"/>
                  </a:cubicBezTo>
                  <a:cubicBezTo>
                    <a:pt x="7042692" y="2040402"/>
                    <a:pt x="6623588" y="2047759"/>
                    <a:pt x="6428701" y="2034150"/>
                  </a:cubicBezTo>
                  <a:cubicBezTo>
                    <a:pt x="6233814" y="2020541"/>
                    <a:pt x="5965409" y="2056422"/>
                    <a:pt x="5566064" y="2034150"/>
                  </a:cubicBezTo>
                  <a:cubicBezTo>
                    <a:pt x="5166719" y="2011878"/>
                    <a:pt x="5052106" y="1994379"/>
                    <a:pt x="4703427" y="2034150"/>
                  </a:cubicBezTo>
                  <a:cubicBezTo>
                    <a:pt x="4354748" y="2073921"/>
                    <a:pt x="4381530" y="2035321"/>
                    <a:pt x="4196798" y="2034150"/>
                  </a:cubicBezTo>
                  <a:cubicBezTo>
                    <a:pt x="4012066" y="2032979"/>
                    <a:pt x="3881421" y="2016558"/>
                    <a:pt x="3690170" y="2034150"/>
                  </a:cubicBezTo>
                  <a:cubicBezTo>
                    <a:pt x="3498919" y="2051742"/>
                    <a:pt x="3249407" y="2016583"/>
                    <a:pt x="3094540" y="2034150"/>
                  </a:cubicBezTo>
                  <a:cubicBezTo>
                    <a:pt x="2939673" y="2051718"/>
                    <a:pt x="2785145" y="2033716"/>
                    <a:pt x="2587912" y="2034150"/>
                  </a:cubicBezTo>
                  <a:cubicBezTo>
                    <a:pt x="2390679" y="2034584"/>
                    <a:pt x="2359741" y="2043147"/>
                    <a:pt x="2170286" y="2034150"/>
                  </a:cubicBezTo>
                  <a:cubicBezTo>
                    <a:pt x="1980831" y="2025153"/>
                    <a:pt x="1758280" y="2021751"/>
                    <a:pt x="1574655" y="2034150"/>
                  </a:cubicBezTo>
                  <a:cubicBezTo>
                    <a:pt x="1391030" y="2046549"/>
                    <a:pt x="1120512" y="2057988"/>
                    <a:pt x="979025" y="2034150"/>
                  </a:cubicBezTo>
                  <a:cubicBezTo>
                    <a:pt x="837538" y="2010313"/>
                    <a:pt x="324465" y="2017049"/>
                    <a:pt x="0" y="2034150"/>
                  </a:cubicBezTo>
                  <a:cubicBezTo>
                    <a:pt x="-14534" y="1832501"/>
                    <a:pt x="-7658" y="1706771"/>
                    <a:pt x="0" y="1417125"/>
                  </a:cubicBezTo>
                  <a:cubicBezTo>
                    <a:pt x="7658" y="1127480"/>
                    <a:pt x="-22362" y="1062284"/>
                    <a:pt x="0" y="800099"/>
                  </a:cubicBezTo>
                  <a:cubicBezTo>
                    <a:pt x="22362" y="537914"/>
                    <a:pt x="-1106" y="344623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2">
                  <a:lumMod val="9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3389488170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4112248-C309-0405-37BC-373FBE908464}"/>
                </a:ext>
              </a:extLst>
            </p:cNvPr>
            <p:cNvSpPr txBox="1"/>
            <p:nvPr/>
          </p:nvSpPr>
          <p:spPr>
            <a:xfrm>
              <a:off x="1701638" y="3550067"/>
              <a:ext cx="8900225" cy="1323439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285750" indent="-285750" algn="l">
                <a:buBlip>
                  <a:blip r:embed="rId2"/>
                </a:buBlip>
              </a:pPr>
              <a:r>
                <a:rPr lang="he-IL" sz="4000" dirty="0">
                  <a:solidFill>
                    <a:schemeClr val="tx1"/>
                  </a:solidFill>
                  <a:latin typeface="Barlow Semi Condensed" panose="00000506000000000000" pitchFamily="2" charset="0"/>
                </a:rPr>
                <a:t> </a:t>
              </a:r>
              <a:r>
                <a:rPr lang="en-US" sz="4000" dirty="0">
                  <a:solidFill>
                    <a:schemeClr val="tx1"/>
                  </a:solidFill>
                  <a:latin typeface="Barlow Semi Condensed" panose="00000506000000000000" pitchFamily="2" charset="0"/>
                </a:rPr>
                <a:t>Logic packet unique for the interface</a:t>
              </a:r>
              <a:endParaRPr lang="he-IL" sz="4000" dirty="0">
                <a:solidFill>
                  <a:schemeClr val="tx1"/>
                </a:solidFill>
                <a:latin typeface="Barlow Semi Condensed" panose="00000506000000000000" pitchFamily="2" charset="0"/>
              </a:endParaRPr>
            </a:p>
            <a:p>
              <a:pPr marL="285750" indent="-285750" algn="l">
                <a:buBlip>
                  <a:blip r:embed="rId2"/>
                </a:buBlip>
              </a:pPr>
              <a:r>
                <a:rPr lang="he-IL" sz="4000" dirty="0">
                  <a:solidFill>
                    <a:schemeClr val="tx1"/>
                  </a:solidFill>
                  <a:latin typeface="Barlow Semi Condensed" panose="00000506000000000000" pitchFamily="2" charset="0"/>
                </a:rPr>
                <a:t> </a:t>
              </a:r>
              <a:r>
                <a:rPr lang="en-US" sz="4000" dirty="0">
                  <a:solidFill>
                    <a:schemeClr val="tx1"/>
                  </a:solidFill>
                  <a:latin typeface="Barlow Semi Condensed" panose="00000506000000000000" pitchFamily="2" charset="0"/>
                </a:rPr>
                <a:t>Sent to the sequencer</a:t>
              </a:r>
              <a:endParaRPr lang="he-IL" sz="4000" dirty="0">
                <a:solidFill>
                  <a:schemeClr val="tx1"/>
                </a:solidFill>
                <a:latin typeface="Barlow Semi Condensed" panose="00000506000000000000" pitchFamily="2" charset="0"/>
              </a:endParaRPr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7958AAF-7847-C24F-464D-389C49BD0093}"/>
              </a:ext>
            </a:extLst>
          </p:cNvPr>
          <p:cNvCxnSpPr>
            <a:cxnSpLocks/>
          </p:cNvCxnSpPr>
          <p:nvPr/>
        </p:nvCxnSpPr>
        <p:spPr>
          <a:xfrm>
            <a:off x="366298" y="0"/>
            <a:ext cx="113747" cy="835104"/>
          </a:xfrm>
          <a:prstGeom prst="straightConnector1">
            <a:avLst/>
          </a:prstGeom>
          <a:ln w="6350">
            <a:solidFill>
              <a:srgbClr val="6D6D6D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" name="Google Shape;2162;p39">
            <a:extLst>
              <a:ext uri="{FF2B5EF4-FFF2-40B4-BE49-F238E27FC236}">
                <a16:creationId xmlns:a16="http://schemas.microsoft.com/office/drawing/2014/main" id="{8C1AFB43-1150-D327-B0AE-E4C262FDF84A}"/>
              </a:ext>
            </a:extLst>
          </p:cNvPr>
          <p:cNvGrpSpPr/>
          <p:nvPr/>
        </p:nvGrpSpPr>
        <p:grpSpPr>
          <a:xfrm>
            <a:off x="18034" y="506095"/>
            <a:ext cx="983516" cy="1026161"/>
            <a:chOff x="3614228" y="234880"/>
            <a:chExt cx="1915500" cy="1915500"/>
          </a:xfrm>
        </p:grpSpPr>
        <p:sp>
          <p:nvSpPr>
            <p:cNvPr id="13" name="Google Shape;2163;p39">
              <a:extLst>
                <a:ext uri="{FF2B5EF4-FFF2-40B4-BE49-F238E27FC236}">
                  <a16:creationId xmlns:a16="http://schemas.microsoft.com/office/drawing/2014/main" id="{CE1AE43B-72B2-413C-FF4C-A7D65E08B789}"/>
                </a:ext>
              </a:extLst>
            </p:cNvPr>
            <p:cNvSpPr/>
            <p:nvPr/>
          </p:nvSpPr>
          <p:spPr>
            <a:xfrm>
              <a:off x="3614228" y="234880"/>
              <a:ext cx="1915500" cy="19155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4" name="Google Shape;2164;p39">
              <a:extLst>
                <a:ext uri="{FF2B5EF4-FFF2-40B4-BE49-F238E27FC236}">
                  <a16:creationId xmlns:a16="http://schemas.microsoft.com/office/drawing/2014/main" id="{E993F8EB-3E9B-23EA-0ED4-9E75F213DE08}"/>
                </a:ext>
              </a:extLst>
            </p:cNvPr>
            <p:cNvSpPr/>
            <p:nvPr/>
          </p:nvSpPr>
          <p:spPr>
            <a:xfrm>
              <a:off x="3869711" y="490401"/>
              <a:ext cx="1404000" cy="14040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1A7EE29-5B89-91E7-740F-030497FA879C}"/>
              </a:ext>
            </a:extLst>
          </p:cNvPr>
          <p:cNvSpPr txBox="1"/>
          <p:nvPr/>
        </p:nvSpPr>
        <p:spPr>
          <a:xfrm>
            <a:off x="141279" y="804202"/>
            <a:ext cx="675185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Barlow Semi Condensed" panose="00000506000000000000" pitchFamily="2" charset="0"/>
              </a:rPr>
              <a:t>Back</a:t>
            </a:r>
            <a:endParaRPr lang="he-IL" dirty="0">
              <a:solidFill>
                <a:schemeClr val="tx1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15" name="Oval 14">
            <a:hlinkClick r:id="rId3" action="ppaction://hlinksldjump"/>
            <a:extLst>
              <a:ext uri="{FF2B5EF4-FFF2-40B4-BE49-F238E27FC236}">
                <a16:creationId xmlns:a16="http://schemas.microsoft.com/office/drawing/2014/main" id="{70273CED-2A7F-12F0-241A-B7E55005CFF9}"/>
              </a:ext>
            </a:extLst>
          </p:cNvPr>
          <p:cNvSpPr/>
          <p:nvPr/>
        </p:nvSpPr>
        <p:spPr>
          <a:xfrm>
            <a:off x="27559" y="496570"/>
            <a:ext cx="983516" cy="102616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Barlow Semi Condensed" panose="000005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886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D7666-9A98-4E66-41BB-3511BCB38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Barlow Semi Condensed" panose="00000506000000000000" pitchFamily="2" charset="0"/>
                <a:sym typeface="Fjalla One"/>
              </a:rPr>
              <a:t>uvm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Barlow Semi Condensed" panose="00000506000000000000" pitchFamily="2" charset="0"/>
                <a:sym typeface="Fjalla One"/>
              </a:rPr>
              <a:t> sequence communication</a:t>
            </a:r>
            <a:endParaRPr lang="he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3E2B0D-DAB4-FF72-BC40-FCF277CB60B9}"/>
              </a:ext>
            </a:extLst>
          </p:cNvPr>
          <p:cNvSpPr/>
          <p:nvPr/>
        </p:nvSpPr>
        <p:spPr>
          <a:xfrm>
            <a:off x="8525776" y="2260120"/>
            <a:ext cx="2863970" cy="1552755"/>
          </a:xfrm>
          <a:custGeom>
            <a:avLst/>
            <a:gdLst>
              <a:gd name="connsiteX0" fmla="*/ 0 w 2863970"/>
              <a:gd name="connsiteY0" fmla="*/ 0 h 1552755"/>
              <a:gd name="connsiteX1" fmla="*/ 544154 w 2863970"/>
              <a:gd name="connsiteY1" fmla="*/ 0 h 1552755"/>
              <a:gd name="connsiteX2" fmla="*/ 1031029 w 2863970"/>
              <a:gd name="connsiteY2" fmla="*/ 0 h 1552755"/>
              <a:gd name="connsiteX3" fmla="*/ 1546544 w 2863970"/>
              <a:gd name="connsiteY3" fmla="*/ 0 h 1552755"/>
              <a:gd name="connsiteX4" fmla="*/ 2147978 w 2863970"/>
              <a:gd name="connsiteY4" fmla="*/ 0 h 1552755"/>
              <a:gd name="connsiteX5" fmla="*/ 2863970 w 2863970"/>
              <a:gd name="connsiteY5" fmla="*/ 0 h 1552755"/>
              <a:gd name="connsiteX6" fmla="*/ 2863970 w 2863970"/>
              <a:gd name="connsiteY6" fmla="*/ 486530 h 1552755"/>
              <a:gd name="connsiteX7" fmla="*/ 2863970 w 2863970"/>
              <a:gd name="connsiteY7" fmla="*/ 957532 h 1552755"/>
              <a:gd name="connsiteX8" fmla="*/ 2863970 w 2863970"/>
              <a:gd name="connsiteY8" fmla="*/ 1552755 h 1552755"/>
              <a:gd name="connsiteX9" fmla="*/ 2291176 w 2863970"/>
              <a:gd name="connsiteY9" fmla="*/ 1552755 h 1552755"/>
              <a:gd name="connsiteX10" fmla="*/ 1775661 w 2863970"/>
              <a:gd name="connsiteY10" fmla="*/ 1552755 h 1552755"/>
              <a:gd name="connsiteX11" fmla="*/ 1145588 w 2863970"/>
              <a:gd name="connsiteY11" fmla="*/ 1552755 h 1552755"/>
              <a:gd name="connsiteX12" fmla="*/ 601434 w 2863970"/>
              <a:gd name="connsiteY12" fmla="*/ 1552755 h 1552755"/>
              <a:gd name="connsiteX13" fmla="*/ 0 w 2863970"/>
              <a:gd name="connsiteY13" fmla="*/ 1552755 h 1552755"/>
              <a:gd name="connsiteX14" fmla="*/ 0 w 2863970"/>
              <a:gd name="connsiteY14" fmla="*/ 1019642 h 1552755"/>
              <a:gd name="connsiteX15" fmla="*/ 0 w 2863970"/>
              <a:gd name="connsiteY15" fmla="*/ 517585 h 1552755"/>
              <a:gd name="connsiteX16" fmla="*/ 0 w 2863970"/>
              <a:gd name="connsiteY16" fmla="*/ 0 h 1552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863970" h="1552755" fill="none" extrusionOk="0">
                <a:moveTo>
                  <a:pt x="0" y="0"/>
                </a:moveTo>
                <a:cubicBezTo>
                  <a:pt x="179530" y="-11612"/>
                  <a:pt x="353621" y="20713"/>
                  <a:pt x="544154" y="0"/>
                </a:cubicBezTo>
                <a:cubicBezTo>
                  <a:pt x="734687" y="-20713"/>
                  <a:pt x="893547" y="24037"/>
                  <a:pt x="1031029" y="0"/>
                </a:cubicBezTo>
                <a:cubicBezTo>
                  <a:pt x="1168512" y="-24037"/>
                  <a:pt x="1442814" y="-10102"/>
                  <a:pt x="1546544" y="0"/>
                </a:cubicBezTo>
                <a:cubicBezTo>
                  <a:pt x="1650275" y="10102"/>
                  <a:pt x="1858938" y="12039"/>
                  <a:pt x="2147978" y="0"/>
                </a:cubicBezTo>
                <a:cubicBezTo>
                  <a:pt x="2437018" y="-12039"/>
                  <a:pt x="2522943" y="-17179"/>
                  <a:pt x="2863970" y="0"/>
                </a:cubicBezTo>
                <a:cubicBezTo>
                  <a:pt x="2840672" y="193059"/>
                  <a:pt x="2861972" y="338509"/>
                  <a:pt x="2863970" y="486530"/>
                </a:cubicBezTo>
                <a:cubicBezTo>
                  <a:pt x="2865969" y="634551"/>
                  <a:pt x="2871728" y="778552"/>
                  <a:pt x="2863970" y="957532"/>
                </a:cubicBezTo>
                <a:cubicBezTo>
                  <a:pt x="2856212" y="1136512"/>
                  <a:pt x="2884705" y="1321729"/>
                  <a:pt x="2863970" y="1552755"/>
                </a:cubicBezTo>
                <a:cubicBezTo>
                  <a:pt x="2665644" y="1570118"/>
                  <a:pt x="2457862" y="1549936"/>
                  <a:pt x="2291176" y="1552755"/>
                </a:cubicBezTo>
                <a:cubicBezTo>
                  <a:pt x="2124490" y="1555574"/>
                  <a:pt x="1983289" y="1560975"/>
                  <a:pt x="1775661" y="1552755"/>
                </a:cubicBezTo>
                <a:cubicBezTo>
                  <a:pt x="1568034" y="1544535"/>
                  <a:pt x="1275337" y="1563979"/>
                  <a:pt x="1145588" y="1552755"/>
                </a:cubicBezTo>
                <a:cubicBezTo>
                  <a:pt x="1015839" y="1541531"/>
                  <a:pt x="756978" y="1547459"/>
                  <a:pt x="601434" y="1552755"/>
                </a:cubicBezTo>
                <a:cubicBezTo>
                  <a:pt x="445890" y="1558051"/>
                  <a:pt x="171429" y="1548018"/>
                  <a:pt x="0" y="1552755"/>
                </a:cubicBezTo>
                <a:cubicBezTo>
                  <a:pt x="-13688" y="1311151"/>
                  <a:pt x="22775" y="1197179"/>
                  <a:pt x="0" y="1019642"/>
                </a:cubicBezTo>
                <a:cubicBezTo>
                  <a:pt x="-22775" y="842105"/>
                  <a:pt x="-5799" y="707958"/>
                  <a:pt x="0" y="517585"/>
                </a:cubicBezTo>
                <a:cubicBezTo>
                  <a:pt x="5799" y="327212"/>
                  <a:pt x="1828" y="144818"/>
                  <a:pt x="0" y="0"/>
                </a:cubicBezTo>
                <a:close/>
              </a:path>
              <a:path w="2863970" h="1552755" stroke="0" extrusionOk="0">
                <a:moveTo>
                  <a:pt x="0" y="0"/>
                </a:moveTo>
                <a:cubicBezTo>
                  <a:pt x="159126" y="-5347"/>
                  <a:pt x="348595" y="1961"/>
                  <a:pt x="544154" y="0"/>
                </a:cubicBezTo>
                <a:cubicBezTo>
                  <a:pt x="739713" y="-1961"/>
                  <a:pt x="815596" y="-18795"/>
                  <a:pt x="1031029" y="0"/>
                </a:cubicBezTo>
                <a:cubicBezTo>
                  <a:pt x="1246463" y="18795"/>
                  <a:pt x="1351592" y="27198"/>
                  <a:pt x="1661103" y="0"/>
                </a:cubicBezTo>
                <a:cubicBezTo>
                  <a:pt x="1970614" y="-27198"/>
                  <a:pt x="2020304" y="-2813"/>
                  <a:pt x="2205257" y="0"/>
                </a:cubicBezTo>
                <a:cubicBezTo>
                  <a:pt x="2390210" y="2813"/>
                  <a:pt x="2638330" y="-15956"/>
                  <a:pt x="2863970" y="0"/>
                </a:cubicBezTo>
                <a:cubicBezTo>
                  <a:pt x="2879251" y="161621"/>
                  <a:pt x="2839665" y="281750"/>
                  <a:pt x="2863970" y="548640"/>
                </a:cubicBezTo>
                <a:cubicBezTo>
                  <a:pt x="2888275" y="815530"/>
                  <a:pt x="2861499" y="960529"/>
                  <a:pt x="2863970" y="1066225"/>
                </a:cubicBezTo>
                <a:cubicBezTo>
                  <a:pt x="2866441" y="1171922"/>
                  <a:pt x="2871219" y="1384145"/>
                  <a:pt x="2863970" y="1552755"/>
                </a:cubicBezTo>
                <a:cubicBezTo>
                  <a:pt x="2696684" y="1550367"/>
                  <a:pt x="2563685" y="1559590"/>
                  <a:pt x="2348455" y="1552755"/>
                </a:cubicBezTo>
                <a:cubicBezTo>
                  <a:pt x="2133225" y="1545920"/>
                  <a:pt x="2017347" y="1574640"/>
                  <a:pt x="1775661" y="1552755"/>
                </a:cubicBezTo>
                <a:cubicBezTo>
                  <a:pt x="1533975" y="1530870"/>
                  <a:pt x="1440886" y="1537458"/>
                  <a:pt x="1202867" y="1552755"/>
                </a:cubicBezTo>
                <a:cubicBezTo>
                  <a:pt x="964848" y="1568052"/>
                  <a:pt x="873602" y="1541962"/>
                  <a:pt x="658713" y="1552755"/>
                </a:cubicBezTo>
                <a:cubicBezTo>
                  <a:pt x="443824" y="1563548"/>
                  <a:pt x="136128" y="1559363"/>
                  <a:pt x="0" y="1552755"/>
                </a:cubicBezTo>
                <a:cubicBezTo>
                  <a:pt x="8801" y="1280222"/>
                  <a:pt x="789" y="1194884"/>
                  <a:pt x="0" y="1004115"/>
                </a:cubicBezTo>
                <a:cubicBezTo>
                  <a:pt x="-789" y="813346"/>
                  <a:pt x="6808" y="714531"/>
                  <a:pt x="0" y="455475"/>
                </a:cubicBezTo>
                <a:cubicBezTo>
                  <a:pt x="-6808" y="196419"/>
                  <a:pt x="22499" y="121474"/>
                  <a:pt x="0" y="0"/>
                </a:cubicBezTo>
                <a:close/>
              </a:path>
            </a:pathLst>
          </a:custGeom>
          <a:ln cmpd="tri">
            <a:solidFill>
              <a:schemeClr val="tx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Barlow Semi Condensed" panose="00000506000000000000" pitchFamily="2" charset="0"/>
              </a:rPr>
              <a:t>sequencer</a:t>
            </a:r>
            <a:endParaRPr lang="he-IL" sz="2000" dirty="0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D5F4991-6E96-CF7C-7F8F-A6C1E9366829}"/>
              </a:ext>
            </a:extLst>
          </p:cNvPr>
          <p:cNvGrpSpPr/>
          <p:nvPr/>
        </p:nvGrpSpPr>
        <p:grpSpPr>
          <a:xfrm>
            <a:off x="-1158831" y="2116219"/>
            <a:ext cx="9367684" cy="5143500"/>
            <a:chOff x="-1158831" y="2116219"/>
            <a:chExt cx="9367684" cy="51435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0C2C7E2-215C-37BF-6224-3DFFFB884346}"/>
                </a:ext>
              </a:extLst>
            </p:cNvPr>
            <p:cNvSpPr/>
            <p:nvPr/>
          </p:nvSpPr>
          <p:spPr>
            <a:xfrm rot="21369198">
              <a:off x="-1158831" y="2116219"/>
              <a:ext cx="9367684" cy="5143500"/>
            </a:xfrm>
            <a:custGeom>
              <a:avLst/>
              <a:gdLst>
                <a:gd name="connsiteX0" fmla="*/ 0 w 9367684"/>
                <a:gd name="connsiteY0" fmla="*/ 857267 h 5143500"/>
                <a:gd name="connsiteX1" fmla="*/ 857267 w 9367684"/>
                <a:gd name="connsiteY1" fmla="*/ 0 h 5143500"/>
                <a:gd name="connsiteX2" fmla="*/ 1216376 w 9367684"/>
                <a:gd name="connsiteY2" fmla="*/ 0 h 5143500"/>
                <a:gd name="connsiteX3" fmla="*/ 1728549 w 9367684"/>
                <a:gd name="connsiteY3" fmla="*/ 0 h 5143500"/>
                <a:gd name="connsiteX4" fmla="*/ 2470316 w 9367684"/>
                <a:gd name="connsiteY4" fmla="*/ 0 h 5143500"/>
                <a:gd name="connsiteX5" fmla="*/ 2905956 w 9367684"/>
                <a:gd name="connsiteY5" fmla="*/ 0 h 5143500"/>
                <a:gd name="connsiteX6" fmla="*/ 3494660 w 9367684"/>
                <a:gd name="connsiteY6" fmla="*/ 0 h 5143500"/>
                <a:gd name="connsiteX7" fmla="*/ 3853770 w 9367684"/>
                <a:gd name="connsiteY7" fmla="*/ 0 h 5143500"/>
                <a:gd name="connsiteX8" fmla="*/ 4212879 w 9367684"/>
                <a:gd name="connsiteY8" fmla="*/ 0 h 5143500"/>
                <a:gd name="connsiteX9" fmla="*/ 4954646 w 9367684"/>
                <a:gd name="connsiteY9" fmla="*/ 0 h 5143500"/>
                <a:gd name="connsiteX10" fmla="*/ 5390287 w 9367684"/>
                <a:gd name="connsiteY10" fmla="*/ 0 h 5143500"/>
                <a:gd name="connsiteX11" fmla="*/ 5749396 w 9367684"/>
                <a:gd name="connsiteY11" fmla="*/ 0 h 5143500"/>
                <a:gd name="connsiteX12" fmla="*/ 6261568 w 9367684"/>
                <a:gd name="connsiteY12" fmla="*/ 0 h 5143500"/>
                <a:gd name="connsiteX13" fmla="*/ 6697209 w 9367684"/>
                <a:gd name="connsiteY13" fmla="*/ 0 h 5143500"/>
                <a:gd name="connsiteX14" fmla="*/ 7362445 w 9367684"/>
                <a:gd name="connsiteY14" fmla="*/ 0 h 5143500"/>
                <a:gd name="connsiteX15" fmla="*/ 8510417 w 9367684"/>
                <a:gd name="connsiteY15" fmla="*/ 0 h 5143500"/>
                <a:gd name="connsiteX16" fmla="*/ 9367684 w 9367684"/>
                <a:gd name="connsiteY16" fmla="*/ 857267 h 5143500"/>
                <a:gd name="connsiteX17" fmla="*/ 9367684 w 9367684"/>
                <a:gd name="connsiteY17" fmla="*/ 1463051 h 5143500"/>
                <a:gd name="connsiteX18" fmla="*/ 9367684 w 9367684"/>
                <a:gd name="connsiteY18" fmla="*/ 1965966 h 5143500"/>
                <a:gd name="connsiteX19" fmla="*/ 9367684 w 9367684"/>
                <a:gd name="connsiteY19" fmla="*/ 2503171 h 5143500"/>
                <a:gd name="connsiteX20" fmla="*/ 9367684 w 9367684"/>
                <a:gd name="connsiteY20" fmla="*/ 3040375 h 5143500"/>
                <a:gd name="connsiteX21" fmla="*/ 9367684 w 9367684"/>
                <a:gd name="connsiteY21" fmla="*/ 3680449 h 5143500"/>
                <a:gd name="connsiteX22" fmla="*/ 9367684 w 9367684"/>
                <a:gd name="connsiteY22" fmla="*/ 4286233 h 5143500"/>
                <a:gd name="connsiteX23" fmla="*/ 8510417 w 9367684"/>
                <a:gd name="connsiteY23" fmla="*/ 5143500 h 5143500"/>
                <a:gd name="connsiteX24" fmla="*/ 7998245 w 9367684"/>
                <a:gd name="connsiteY24" fmla="*/ 5143500 h 5143500"/>
                <a:gd name="connsiteX25" fmla="*/ 7333009 w 9367684"/>
                <a:gd name="connsiteY25" fmla="*/ 5143500 h 5143500"/>
                <a:gd name="connsiteX26" fmla="*/ 6667774 w 9367684"/>
                <a:gd name="connsiteY26" fmla="*/ 5143500 h 5143500"/>
                <a:gd name="connsiteX27" fmla="*/ 6079070 w 9367684"/>
                <a:gd name="connsiteY27" fmla="*/ 5143500 h 5143500"/>
                <a:gd name="connsiteX28" fmla="*/ 5643429 w 9367684"/>
                <a:gd name="connsiteY28" fmla="*/ 5143500 h 5143500"/>
                <a:gd name="connsiteX29" fmla="*/ 4978194 w 9367684"/>
                <a:gd name="connsiteY29" fmla="*/ 5143500 h 5143500"/>
                <a:gd name="connsiteX30" fmla="*/ 4619085 w 9367684"/>
                <a:gd name="connsiteY30" fmla="*/ 5143500 h 5143500"/>
                <a:gd name="connsiteX31" fmla="*/ 3953849 w 9367684"/>
                <a:gd name="connsiteY31" fmla="*/ 5143500 h 5143500"/>
                <a:gd name="connsiteX32" fmla="*/ 3594740 w 9367684"/>
                <a:gd name="connsiteY32" fmla="*/ 5143500 h 5143500"/>
                <a:gd name="connsiteX33" fmla="*/ 2929505 w 9367684"/>
                <a:gd name="connsiteY33" fmla="*/ 5143500 h 5143500"/>
                <a:gd name="connsiteX34" fmla="*/ 2187738 w 9367684"/>
                <a:gd name="connsiteY34" fmla="*/ 5143500 h 5143500"/>
                <a:gd name="connsiteX35" fmla="*/ 1599034 w 9367684"/>
                <a:gd name="connsiteY35" fmla="*/ 5143500 h 5143500"/>
                <a:gd name="connsiteX36" fmla="*/ 857267 w 9367684"/>
                <a:gd name="connsiteY36" fmla="*/ 5143500 h 5143500"/>
                <a:gd name="connsiteX37" fmla="*/ 0 w 9367684"/>
                <a:gd name="connsiteY37" fmla="*/ 4286233 h 5143500"/>
                <a:gd name="connsiteX38" fmla="*/ 0 w 9367684"/>
                <a:gd name="connsiteY38" fmla="*/ 3646159 h 5143500"/>
                <a:gd name="connsiteX39" fmla="*/ 0 w 9367684"/>
                <a:gd name="connsiteY39" fmla="*/ 3074665 h 5143500"/>
                <a:gd name="connsiteX40" fmla="*/ 0 w 9367684"/>
                <a:gd name="connsiteY40" fmla="*/ 2537460 h 5143500"/>
                <a:gd name="connsiteX41" fmla="*/ 0 w 9367684"/>
                <a:gd name="connsiteY41" fmla="*/ 1965966 h 5143500"/>
                <a:gd name="connsiteX42" fmla="*/ 0 w 9367684"/>
                <a:gd name="connsiteY42" fmla="*/ 857267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367684" h="5143500" fill="none" extrusionOk="0">
                  <a:moveTo>
                    <a:pt x="0" y="857267"/>
                  </a:moveTo>
                  <a:cubicBezTo>
                    <a:pt x="2270" y="509462"/>
                    <a:pt x="269322" y="-5067"/>
                    <a:pt x="857267" y="0"/>
                  </a:cubicBezTo>
                  <a:cubicBezTo>
                    <a:pt x="998752" y="-7516"/>
                    <a:pt x="1141317" y="497"/>
                    <a:pt x="1216376" y="0"/>
                  </a:cubicBezTo>
                  <a:cubicBezTo>
                    <a:pt x="1291435" y="-497"/>
                    <a:pt x="1529890" y="42806"/>
                    <a:pt x="1728549" y="0"/>
                  </a:cubicBezTo>
                  <a:cubicBezTo>
                    <a:pt x="1927208" y="-42806"/>
                    <a:pt x="2106002" y="32746"/>
                    <a:pt x="2470316" y="0"/>
                  </a:cubicBezTo>
                  <a:cubicBezTo>
                    <a:pt x="2834630" y="-32746"/>
                    <a:pt x="2741844" y="45896"/>
                    <a:pt x="2905956" y="0"/>
                  </a:cubicBezTo>
                  <a:cubicBezTo>
                    <a:pt x="3070068" y="-45896"/>
                    <a:pt x="3305692" y="50312"/>
                    <a:pt x="3494660" y="0"/>
                  </a:cubicBezTo>
                  <a:cubicBezTo>
                    <a:pt x="3683628" y="-50312"/>
                    <a:pt x="3693659" y="37779"/>
                    <a:pt x="3853770" y="0"/>
                  </a:cubicBezTo>
                  <a:cubicBezTo>
                    <a:pt x="4013881" y="-37779"/>
                    <a:pt x="4042708" y="33690"/>
                    <a:pt x="4212879" y="0"/>
                  </a:cubicBezTo>
                  <a:cubicBezTo>
                    <a:pt x="4383050" y="-33690"/>
                    <a:pt x="4767863" y="52082"/>
                    <a:pt x="4954646" y="0"/>
                  </a:cubicBezTo>
                  <a:cubicBezTo>
                    <a:pt x="5141429" y="-52082"/>
                    <a:pt x="5265468" y="38010"/>
                    <a:pt x="5390287" y="0"/>
                  </a:cubicBezTo>
                  <a:cubicBezTo>
                    <a:pt x="5515106" y="-38010"/>
                    <a:pt x="5652159" y="22564"/>
                    <a:pt x="5749396" y="0"/>
                  </a:cubicBezTo>
                  <a:cubicBezTo>
                    <a:pt x="5846633" y="-22564"/>
                    <a:pt x="6104041" y="47116"/>
                    <a:pt x="6261568" y="0"/>
                  </a:cubicBezTo>
                  <a:cubicBezTo>
                    <a:pt x="6419095" y="-47116"/>
                    <a:pt x="6595278" y="52051"/>
                    <a:pt x="6697209" y="0"/>
                  </a:cubicBezTo>
                  <a:cubicBezTo>
                    <a:pt x="6799140" y="-52051"/>
                    <a:pt x="7114818" y="79164"/>
                    <a:pt x="7362445" y="0"/>
                  </a:cubicBezTo>
                  <a:cubicBezTo>
                    <a:pt x="7610072" y="-79164"/>
                    <a:pt x="7957531" y="113423"/>
                    <a:pt x="8510417" y="0"/>
                  </a:cubicBezTo>
                  <a:cubicBezTo>
                    <a:pt x="9020700" y="27082"/>
                    <a:pt x="9373204" y="518827"/>
                    <a:pt x="9367684" y="857267"/>
                  </a:cubicBezTo>
                  <a:cubicBezTo>
                    <a:pt x="9373349" y="1069678"/>
                    <a:pt x="9355276" y="1211368"/>
                    <a:pt x="9367684" y="1463051"/>
                  </a:cubicBezTo>
                  <a:cubicBezTo>
                    <a:pt x="9380092" y="1714734"/>
                    <a:pt x="9321994" y="1794371"/>
                    <a:pt x="9367684" y="1965966"/>
                  </a:cubicBezTo>
                  <a:cubicBezTo>
                    <a:pt x="9413374" y="2137562"/>
                    <a:pt x="9359432" y="2329017"/>
                    <a:pt x="9367684" y="2503171"/>
                  </a:cubicBezTo>
                  <a:cubicBezTo>
                    <a:pt x="9375936" y="2677326"/>
                    <a:pt x="9320507" y="2779804"/>
                    <a:pt x="9367684" y="3040375"/>
                  </a:cubicBezTo>
                  <a:cubicBezTo>
                    <a:pt x="9414861" y="3300946"/>
                    <a:pt x="9367518" y="3543654"/>
                    <a:pt x="9367684" y="3680449"/>
                  </a:cubicBezTo>
                  <a:cubicBezTo>
                    <a:pt x="9367850" y="3817244"/>
                    <a:pt x="9347566" y="4065606"/>
                    <a:pt x="9367684" y="4286233"/>
                  </a:cubicBezTo>
                  <a:cubicBezTo>
                    <a:pt x="9375328" y="4858726"/>
                    <a:pt x="8949591" y="5131535"/>
                    <a:pt x="8510417" y="5143500"/>
                  </a:cubicBezTo>
                  <a:cubicBezTo>
                    <a:pt x="8398686" y="5175296"/>
                    <a:pt x="8126594" y="5136385"/>
                    <a:pt x="7998245" y="5143500"/>
                  </a:cubicBezTo>
                  <a:cubicBezTo>
                    <a:pt x="7869896" y="5150615"/>
                    <a:pt x="7657367" y="5135019"/>
                    <a:pt x="7333009" y="5143500"/>
                  </a:cubicBezTo>
                  <a:cubicBezTo>
                    <a:pt x="7008651" y="5151981"/>
                    <a:pt x="6825828" y="5091032"/>
                    <a:pt x="6667774" y="5143500"/>
                  </a:cubicBezTo>
                  <a:cubicBezTo>
                    <a:pt x="6509721" y="5195968"/>
                    <a:pt x="6368837" y="5104370"/>
                    <a:pt x="6079070" y="5143500"/>
                  </a:cubicBezTo>
                  <a:cubicBezTo>
                    <a:pt x="5789303" y="5182630"/>
                    <a:pt x="5731408" y="5126707"/>
                    <a:pt x="5643429" y="5143500"/>
                  </a:cubicBezTo>
                  <a:cubicBezTo>
                    <a:pt x="5555450" y="5160293"/>
                    <a:pt x="5289526" y="5139995"/>
                    <a:pt x="4978194" y="5143500"/>
                  </a:cubicBezTo>
                  <a:cubicBezTo>
                    <a:pt x="4666863" y="5147005"/>
                    <a:pt x="4744144" y="5121681"/>
                    <a:pt x="4619085" y="5143500"/>
                  </a:cubicBezTo>
                  <a:cubicBezTo>
                    <a:pt x="4494026" y="5165319"/>
                    <a:pt x="4232934" y="5125090"/>
                    <a:pt x="3953849" y="5143500"/>
                  </a:cubicBezTo>
                  <a:cubicBezTo>
                    <a:pt x="3674764" y="5161910"/>
                    <a:pt x="3707130" y="5104085"/>
                    <a:pt x="3594740" y="5143500"/>
                  </a:cubicBezTo>
                  <a:cubicBezTo>
                    <a:pt x="3482350" y="5182915"/>
                    <a:pt x="3082463" y="5101141"/>
                    <a:pt x="2929505" y="5143500"/>
                  </a:cubicBezTo>
                  <a:cubicBezTo>
                    <a:pt x="2776547" y="5185859"/>
                    <a:pt x="2518149" y="5090823"/>
                    <a:pt x="2187738" y="5143500"/>
                  </a:cubicBezTo>
                  <a:cubicBezTo>
                    <a:pt x="1857327" y="5196177"/>
                    <a:pt x="1739430" y="5105150"/>
                    <a:pt x="1599034" y="5143500"/>
                  </a:cubicBezTo>
                  <a:cubicBezTo>
                    <a:pt x="1458638" y="5181850"/>
                    <a:pt x="1060376" y="5073160"/>
                    <a:pt x="857267" y="5143500"/>
                  </a:cubicBezTo>
                  <a:cubicBezTo>
                    <a:pt x="378603" y="5092591"/>
                    <a:pt x="53924" y="4793823"/>
                    <a:pt x="0" y="4286233"/>
                  </a:cubicBezTo>
                  <a:cubicBezTo>
                    <a:pt x="-24383" y="4155834"/>
                    <a:pt x="8743" y="3790873"/>
                    <a:pt x="0" y="3646159"/>
                  </a:cubicBezTo>
                  <a:cubicBezTo>
                    <a:pt x="-8743" y="3501445"/>
                    <a:pt x="67123" y="3308150"/>
                    <a:pt x="0" y="3074665"/>
                  </a:cubicBezTo>
                  <a:cubicBezTo>
                    <a:pt x="-67123" y="2841180"/>
                    <a:pt x="59258" y="2762721"/>
                    <a:pt x="0" y="2537460"/>
                  </a:cubicBezTo>
                  <a:cubicBezTo>
                    <a:pt x="-59258" y="2312199"/>
                    <a:pt x="31214" y="2197815"/>
                    <a:pt x="0" y="1965966"/>
                  </a:cubicBezTo>
                  <a:cubicBezTo>
                    <a:pt x="-31214" y="1734117"/>
                    <a:pt x="32699" y="1184227"/>
                    <a:pt x="0" y="857267"/>
                  </a:cubicBezTo>
                  <a:close/>
                </a:path>
                <a:path w="9367684" h="5143500" stroke="0" extrusionOk="0">
                  <a:moveTo>
                    <a:pt x="0" y="857267"/>
                  </a:moveTo>
                  <a:cubicBezTo>
                    <a:pt x="-73904" y="455432"/>
                    <a:pt x="347671" y="-30295"/>
                    <a:pt x="857267" y="0"/>
                  </a:cubicBezTo>
                  <a:cubicBezTo>
                    <a:pt x="948176" y="-26744"/>
                    <a:pt x="1145881" y="33100"/>
                    <a:pt x="1292908" y="0"/>
                  </a:cubicBezTo>
                  <a:cubicBezTo>
                    <a:pt x="1439935" y="-33100"/>
                    <a:pt x="1793142" y="51776"/>
                    <a:pt x="1958143" y="0"/>
                  </a:cubicBezTo>
                  <a:cubicBezTo>
                    <a:pt x="2123145" y="-51776"/>
                    <a:pt x="2298898" y="34775"/>
                    <a:pt x="2393784" y="0"/>
                  </a:cubicBezTo>
                  <a:cubicBezTo>
                    <a:pt x="2488670" y="-34775"/>
                    <a:pt x="2754975" y="26766"/>
                    <a:pt x="2905956" y="0"/>
                  </a:cubicBezTo>
                  <a:cubicBezTo>
                    <a:pt x="3056937" y="-26766"/>
                    <a:pt x="3304730" y="8532"/>
                    <a:pt x="3647723" y="0"/>
                  </a:cubicBezTo>
                  <a:cubicBezTo>
                    <a:pt x="3990716" y="-8532"/>
                    <a:pt x="4120932" y="58529"/>
                    <a:pt x="4389490" y="0"/>
                  </a:cubicBezTo>
                  <a:cubicBezTo>
                    <a:pt x="4658048" y="-58529"/>
                    <a:pt x="4670333" y="23817"/>
                    <a:pt x="4748599" y="0"/>
                  </a:cubicBezTo>
                  <a:cubicBezTo>
                    <a:pt x="4826865" y="-23817"/>
                    <a:pt x="5030241" y="20803"/>
                    <a:pt x="5107709" y="0"/>
                  </a:cubicBezTo>
                  <a:cubicBezTo>
                    <a:pt x="5185177" y="-20803"/>
                    <a:pt x="5458262" y="18384"/>
                    <a:pt x="5772944" y="0"/>
                  </a:cubicBezTo>
                  <a:cubicBezTo>
                    <a:pt x="6087627" y="-18384"/>
                    <a:pt x="6037117" y="49137"/>
                    <a:pt x="6285116" y="0"/>
                  </a:cubicBezTo>
                  <a:cubicBezTo>
                    <a:pt x="6533115" y="-49137"/>
                    <a:pt x="6472229" y="38622"/>
                    <a:pt x="6644226" y="0"/>
                  </a:cubicBezTo>
                  <a:cubicBezTo>
                    <a:pt x="6816223" y="-38622"/>
                    <a:pt x="7150190" y="17302"/>
                    <a:pt x="7385993" y="0"/>
                  </a:cubicBezTo>
                  <a:cubicBezTo>
                    <a:pt x="7621796" y="-17302"/>
                    <a:pt x="8160615" y="57848"/>
                    <a:pt x="8510417" y="0"/>
                  </a:cubicBezTo>
                  <a:cubicBezTo>
                    <a:pt x="8990033" y="-13584"/>
                    <a:pt x="9423524" y="447741"/>
                    <a:pt x="9367684" y="857267"/>
                  </a:cubicBezTo>
                  <a:cubicBezTo>
                    <a:pt x="9374557" y="1095967"/>
                    <a:pt x="9334064" y="1191951"/>
                    <a:pt x="9367684" y="1360182"/>
                  </a:cubicBezTo>
                  <a:cubicBezTo>
                    <a:pt x="9401304" y="1528414"/>
                    <a:pt x="9352809" y="1730864"/>
                    <a:pt x="9367684" y="1828807"/>
                  </a:cubicBezTo>
                  <a:cubicBezTo>
                    <a:pt x="9382559" y="1926751"/>
                    <a:pt x="9356466" y="2149712"/>
                    <a:pt x="9367684" y="2366012"/>
                  </a:cubicBezTo>
                  <a:cubicBezTo>
                    <a:pt x="9378902" y="2582312"/>
                    <a:pt x="9329963" y="2675419"/>
                    <a:pt x="9367684" y="2937506"/>
                  </a:cubicBezTo>
                  <a:cubicBezTo>
                    <a:pt x="9405405" y="3199593"/>
                    <a:pt x="9337548" y="3258388"/>
                    <a:pt x="9367684" y="3474711"/>
                  </a:cubicBezTo>
                  <a:cubicBezTo>
                    <a:pt x="9397820" y="3691035"/>
                    <a:pt x="9276058" y="3973728"/>
                    <a:pt x="9367684" y="4286233"/>
                  </a:cubicBezTo>
                  <a:cubicBezTo>
                    <a:pt x="9357935" y="4832519"/>
                    <a:pt x="9025723" y="5194703"/>
                    <a:pt x="8510417" y="5143500"/>
                  </a:cubicBezTo>
                  <a:cubicBezTo>
                    <a:pt x="8363350" y="5174851"/>
                    <a:pt x="8252166" y="5111368"/>
                    <a:pt x="8151308" y="5143500"/>
                  </a:cubicBezTo>
                  <a:cubicBezTo>
                    <a:pt x="8050450" y="5175632"/>
                    <a:pt x="7868737" y="5093542"/>
                    <a:pt x="7715667" y="5143500"/>
                  </a:cubicBezTo>
                  <a:cubicBezTo>
                    <a:pt x="7562597" y="5193458"/>
                    <a:pt x="7322978" y="5110966"/>
                    <a:pt x="7126963" y="5143500"/>
                  </a:cubicBezTo>
                  <a:cubicBezTo>
                    <a:pt x="6930948" y="5176034"/>
                    <a:pt x="6806337" y="5127934"/>
                    <a:pt x="6691322" y="5143500"/>
                  </a:cubicBezTo>
                  <a:cubicBezTo>
                    <a:pt x="6576307" y="5159066"/>
                    <a:pt x="6289961" y="5108577"/>
                    <a:pt x="6102618" y="5143500"/>
                  </a:cubicBezTo>
                  <a:cubicBezTo>
                    <a:pt x="5915275" y="5178423"/>
                    <a:pt x="5730969" y="5114293"/>
                    <a:pt x="5437383" y="5143500"/>
                  </a:cubicBezTo>
                  <a:cubicBezTo>
                    <a:pt x="5143797" y="5172707"/>
                    <a:pt x="4923153" y="5113475"/>
                    <a:pt x="4695616" y="5143500"/>
                  </a:cubicBezTo>
                  <a:cubicBezTo>
                    <a:pt x="4468079" y="5173525"/>
                    <a:pt x="4385153" y="5088144"/>
                    <a:pt x="4106912" y="5143500"/>
                  </a:cubicBezTo>
                  <a:cubicBezTo>
                    <a:pt x="3828671" y="5198856"/>
                    <a:pt x="3730403" y="5072992"/>
                    <a:pt x="3518208" y="5143500"/>
                  </a:cubicBezTo>
                  <a:cubicBezTo>
                    <a:pt x="3306013" y="5214008"/>
                    <a:pt x="3240870" y="5084479"/>
                    <a:pt x="3006036" y="5143500"/>
                  </a:cubicBezTo>
                  <a:cubicBezTo>
                    <a:pt x="2771202" y="5202521"/>
                    <a:pt x="2673088" y="5092488"/>
                    <a:pt x="2417332" y="5143500"/>
                  </a:cubicBezTo>
                  <a:cubicBezTo>
                    <a:pt x="2161576" y="5194512"/>
                    <a:pt x="2198605" y="5112326"/>
                    <a:pt x="1981691" y="5143500"/>
                  </a:cubicBezTo>
                  <a:cubicBezTo>
                    <a:pt x="1764777" y="5174674"/>
                    <a:pt x="1712465" y="5121304"/>
                    <a:pt x="1622582" y="5143500"/>
                  </a:cubicBezTo>
                  <a:cubicBezTo>
                    <a:pt x="1532699" y="5165696"/>
                    <a:pt x="1149125" y="5120061"/>
                    <a:pt x="857267" y="5143500"/>
                  </a:cubicBezTo>
                  <a:cubicBezTo>
                    <a:pt x="363491" y="5111170"/>
                    <a:pt x="-129805" y="4744916"/>
                    <a:pt x="0" y="4286233"/>
                  </a:cubicBezTo>
                  <a:cubicBezTo>
                    <a:pt x="-61351" y="4067909"/>
                    <a:pt x="54602" y="3910602"/>
                    <a:pt x="0" y="3646159"/>
                  </a:cubicBezTo>
                  <a:cubicBezTo>
                    <a:pt x="-54602" y="3381716"/>
                    <a:pt x="14049" y="3353665"/>
                    <a:pt x="0" y="3074665"/>
                  </a:cubicBezTo>
                  <a:cubicBezTo>
                    <a:pt x="-14049" y="2795665"/>
                    <a:pt x="45350" y="2630878"/>
                    <a:pt x="0" y="2503171"/>
                  </a:cubicBezTo>
                  <a:cubicBezTo>
                    <a:pt x="-45350" y="2375464"/>
                    <a:pt x="53397" y="2064013"/>
                    <a:pt x="0" y="1931676"/>
                  </a:cubicBezTo>
                  <a:cubicBezTo>
                    <a:pt x="-53397" y="1799339"/>
                    <a:pt x="28075" y="1612875"/>
                    <a:pt x="0" y="1463051"/>
                  </a:cubicBezTo>
                  <a:cubicBezTo>
                    <a:pt x="-28075" y="1313228"/>
                    <a:pt x="16726" y="1116465"/>
                    <a:pt x="0" y="857267"/>
                  </a:cubicBezTo>
                  <a:close/>
                </a:path>
              </a:pathLst>
            </a:custGeom>
            <a:ln w="50800" cmpd="thinThick">
              <a:solidFill>
                <a:schemeClr val="tx1">
                  <a:lumMod val="60000"/>
                  <a:lumOff val="40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669665899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91806E6-119B-0007-CE89-825B9B5B0410}"/>
                </a:ext>
              </a:extLst>
            </p:cNvPr>
            <p:cNvSpPr txBox="1"/>
            <p:nvPr/>
          </p:nvSpPr>
          <p:spPr>
            <a:xfrm>
              <a:off x="0" y="2535602"/>
              <a:ext cx="8151961" cy="255454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285750" indent="-285750" algn="l">
                <a:buBlip>
                  <a:blip r:embed="rId2"/>
                </a:buBlip>
              </a:pPr>
              <a:r>
                <a:rPr lang="he-IL" sz="4000" dirty="0">
                  <a:solidFill>
                    <a:schemeClr val="tx1"/>
                  </a:solidFill>
                  <a:latin typeface="Barlow Semi Condensed" panose="00000506000000000000" pitchFamily="2" charset="0"/>
                </a:rPr>
                <a:t> </a:t>
              </a:r>
              <a:r>
                <a:rPr lang="en-US" sz="4000" dirty="0">
                  <a:solidFill>
                    <a:schemeClr val="tx1"/>
                  </a:solidFill>
                  <a:latin typeface="Barlow Semi Condensed" panose="00000506000000000000" pitchFamily="2" charset="0"/>
                </a:rPr>
                <a:t>Provide coordination between the sequence and driver</a:t>
              </a:r>
              <a:r>
                <a:rPr lang="he-IL" sz="4000" dirty="0">
                  <a:solidFill>
                    <a:schemeClr val="tx1"/>
                  </a:solidFill>
                  <a:latin typeface="Barlow Semi Condensed" panose="00000506000000000000" pitchFamily="2" charset="0"/>
                </a:rPr>
                <a:t> </a:t>
              </a:r>
            </a:p>
            <a:p>
              <a:pPr marL="285750" indent="-285750" algn="l">
                <a:buBlip>
                  <a:blip r:embed="rId2"/>
                </a:buBlip>
              </a:pPr>
              <a:r>
                <a:rPr lang="he-IL" sz="4000" dirty="0">
                  <a:solidFill>
                    <a:schemeClr val="tx1"/>
                  </a:solidFill>
                  <a:latin typeface="Barlow Semi Condensed" panose="00000506000000000000" pitchFamily="2" charset="0"/>
                </a:rPr>
                <a:t> </a:t>
              </a:r>
              <a:r>
                <a:rPr lang="en-US" sz="4000" dirty="0">
                  <a:solidFill>
                    <a:schemeClr val="tx1"/>
                  </a:solidFill>
                  <a:latin typeface="Barlow Semi Condensed" panose="00000506000000000000" pitchFamily="2" charset="0"/>
                </a:rPr>
                <a:t>Receive packets from the sequence</a:t>
              </a:r>
            </a:p>
            <a:p>
              <a:pPr marL="285750" indent="-285750" algn="l">
                <a:buBlip>
                  <a:blip r:embed="rId2"/>
                </a:buBlip>
              </a:pPr>
              <a:r>
                <a:rPr lang="en-US" sz="4000" dirty="0">
                  <a:solidFill>
                    <a:schemeClr val="tx1"/>
                  </a:solidFill>
                  <a:latin typeface="Barlow Semi Condensed" panose="00000506000000000000" pitchFamily="2" charset="0"/>
                </a:rPr>
                <a:t>Send packets to the drivers</a:t>
              </a:r>
              <a:endParaRPr lang="he-IL" sz="4000" dirty="0">
                <a:solidFill>
                  <a:schemeClr val="tx1"/>
                </a:solidFill>
                <a:latin typeface="Barlow Semi Condensed" panose="00000506000000000000" pitchFamily="2" charset="0"/>
              </a:endParaRPr>
            </a:p>
          </p:txBody>
        </p: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E8AC7B3-87EE-3407-17D6-314BC010E6C2}"/>
              </a:ext>
            </a:extLst>
          </p:cNvPr>
          <p:cNvCxnSpPr>
            <a:cxnSpLocks/>
          </p:cNvCxnSpPr>
          <p:nvPr/>
        </p:nvCxnSpPr>
        <p:spPr>
          <a:xfrm>
            <a:off x="366298" y="0"/>
            <a:ext cx="113747" cy="835104"/>
          </a:xfrm>
          <a:prstGeom prst="straightConnector1">
            <a:avLst/>
          </a:prstGeom>
          <a:ln w="6350">
            <a:solidFill>
              <a:srgbClr val="6D6D6D"/>
            </a:solidFill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" name="Google Shape;2162;p39">
            <a:extLst>
              <a:ext uri="{FF2B5EF4-FFF2-40B4-BE49-F238E27FC236}">
                <a16:creationId xmlns:a16="http://schemas.microsoft.com/office/drawing/2014/main" id="{9A43553A-3081-B435-5C10-1619CF2F75DC}"/>
              </a:ext>
            </a:extLst>
          </p:cNvPr>
          <p:cNvGrpSpPr/>
          <p:nvPr/>
        </p:nvGrpSpPr>
        <p:grpSpPr>
          <a:xfrm>
            <a:off x="18034" y="506095"/>
            <a:ext cx="983516" cy="1026161"/>
            <a:chOff x="3614228" y="234880"/>
            <a:chExt cx="1915500" cy="1915500"/>
          </a:xfrm>
        </p:grpSpPr>
        <p:sp>
          <p:nvSpPr>
            <p:cNvPr id="13" name="Google Shape;2163;p39">
              <a:extLst>
                <a:ext uri="{FF2B5EF4-FFF2-40B4-BE49-F238E27FC236}">
                  <a16:creationId xmlns:a16="http://schemas.microsoft.com/office/drawing/2014/main" id="{7EA7B186-E87F-2F42-4CBC-340D1FAAE33E}"/>
                </a:ext>
              </a:extLst>
            </p:cNvPr>
            <p:cNvSpPr/>
            <p:nvPr/>
          </p:nvSpPr>
          <p:spPr>
            <a:xfrm>
              <a:off x="3614228" y="234880"/>
              <a:ext cx="1915500" cy="19155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  <p:sp>
          <p:nvSpPr>
            <p:cNvPr id="14" name="Google Shape;2164;p39">
              <a:extLst>
                <a:ext uri="{FF2B5EF4-FFF2-40B4-BE49-F238E27FC236}">
                  <a16:creationId xmlns:a16="http://schemas.microsoft.com/office/drawing/2014/main" id="{B21A70D2-D359-3B25-FB69-08A166C2CDA6}"/>
                </a:ext>
              </a:extLst>
            </p:cNvPr>
            <p:cNvSpPr/>
            <p:nvPr/>
          </p:nvSpPr>
          <p:spPr>
            <a:xfrm>
              <a:off x="3869711" y="490401"/>
              <a:ext cx="1404000" cy="14040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 panose="00000506000000000000" pitchFamily="2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E2FF87E-8CCC-739B-53D1-70C3A364007D}"/>
              </a:ext>
            </a:extLst>
          </p:cNvPr>
          <p:cNvSpPr txBox="1"/>
          <p:nvPr/>
        </p:nvSpPr>
        <p:spPr>
          <a:xfrm>
            <a:off x="141279" y="804202"/>
            <a:ext cx="675185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Barlow Semi Condensed" panose="00000506000000000000" pitchFamily="2" charset="0"/>
              </a:rPr>
              <a:t>Back</a:t>
            </a:r>
            <a:endParaRPr lang="he-IL" dirty="0">
              <a:solidFill>
                <a:schemeClr val="tx1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15" name="Oval 14">
            <a:hlinkClick r:id="rId3" action="ppaction://hlinksldjump"/>
            <a:extLst>
              <a:ext uri="{FF2B5EF4-FFF2-40B4-BE49-F238E27FC236}">
                <a16:creationId xmlns:a16="http://schemas.microsoft.com/office/drawing/2014/main" id="{8013F9E3-9585-D9FE-40C4-37978800F695}"/>
              </a:ext>
            </a:extLst>
          </p:cNvPr>
          <p:cNvSpPr/>
          <p:nvPr/>
        </p:nvSpPr>
        <p:spPr>
          <a:xfrm>
            <a:off x="18034" y="506095"/>
            <a:ext cx="983516" cy="102616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Barlow Semi Condensed" panose="000005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305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B8B83FC-C65E-C308-EE4C-C77753F997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Blip>
                <a:blip r:embed="rId2"/>
              </a:buBlip>
            </a:pPr>
            <a:r>
              <a:rPr lang="en-US" dirty="0">
                <a:solidFill>
                  <a:schemeClr val="tx1"/>
                </a:solidFill>
                <a:cs typeface="+mn-cs"/>
              </a:rPr>
              <a:t>A type of sequencer</a:t>
            </a:r>
          </a:p>
          <a:p>
            <a:pPr marL="342900" indent="-342900">
              <a:buBlip>
                <a:blip r:embed="rId2"/>
              </a:buBlip>
            </a:pPr>
            <a:r>
              <a:rPr lang="en-US" dirty="0">
                <a:solidFill>
                  <a:schemeClr val="tx1"/>
                </a:solidFill>
                <a:cs typeface="+mn-cs"/>
              </a:rPr>
              <a:t>Only include handlers to another sequencer</a:t>
            </a:r>
          </a:p>
          <a:p>
            <a:pPr marL="342900" indent="-342900">
              <a:buBlip>
                <a:blip r:embed="rId2"/>
              </a:buBlip>
            </a:pPr>
            <a:r>
              <a:rPr lang="en-US" dirty="0">
                <a:solidFill>
                  <a:schemeClr val="tx1"/>
                </a:solidFill>
                <a:cs typeface="+mn-cs"/>
              </a:rPr>
              <a:t>NOT connected to an agent</a:t>
            </a:r>
            <a:endParaRPr lang="he-IL" dirty="0">
              <a:solidFill>
                <a:schemeClr val="tx1"/>
              </a:solidFill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1A92E4-35B4-FF05-22AE-588F1E3F9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Sequencer</a:t>
            </a:r>
            <a:endParaRPr lang="he-I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4F499B-B691-3299-1310-22547DA3CAAF}"/>
              </a:ext>
            </a:extLst>
          </p:cNvPr>
          <p:cNvSpPr/>
          <p:nvPr/>
        </p:nvSpPr>
        <p:spPr>
          <a:xfrm>
            <a:off x="4036934" y="446679"/>
            <a:ext cx="4118131" cy="2232722"/>
          </a:xfrm>
          <a:custGeom>
            <a:avLst/>
            <a:gdLst>
              <a:gd name="connsiteX0" fmla="*/ 0 w 4118131"/>
              <a:gd name="connsiteY0" fmla="*/ 0 h 2232722"/>
              <a:gd name="connsiteX1" fmla="*/ 645174 w 4118131"/>
              <a:gd name="connsiteY1" fmla="*/ 0 h 2232722"/>
              <a:gd name="connsiteX2" fmla="*/ 1249166 w 4118131"/>
              <a:gd name="connsiteY2" fmla="*/ 0 h 2232722"/>
              <a:gd name="connsiteX3" fmla="*/ 1976703 w 4118131"/>
              <a:gd name="connsiteY3" fmla="*/ 0 h 2232722"/>
              <a:gd name="connsiteX4" fmla="*/ 2663058 w 4118131"/>
              <a:gd name="connsiteY4" fmla="*/ 0 h 2232722"/>
              <a:gd name="connsiteX5" fmla="*/ 3349413 w 4118131"/>
              <a:gd name="connsiteY5" fmla="*/ 0 h 2232722"/>
              <a:gd name="connsiteX6" fmla="*/ 4118131 w 4118131"/>
              <a:gd name="connsiteY6" fmla="*/ 0 h 2232722"/>
              <a:gd name="connsiteX7" fmla="*/ 4118131 w 4118131"/>
              <a:gd name="connsiteY7" fmla="*/ 580508 h 2232722"/>
              <a:gd name="connsiteX8" fmla="*/ 4118131 w 4118131"/>
              <a:gd name="connsiteY8" fmla="*/ 1094034 h 2232722"/>
              <a:gd name="connsiteX9" fmla="*/ 4118131 w 4118131"/>
              <a:gd name="connsiteY9" fmla="*/ 1674542 h 2232722"/>
              <a:gd name="connsiteX10" fmla="*/ 4118131 w 4118131"/>
              <a:gd name="connsiteY10" fmla="*/ 2232722 h 2232722"/>
              <a:gd name="connsiteX11" fmla="*/ 3390595 w 4118131"/>
              <a:gd name="connsiteY11" fmla="*/ 2232722 h 2232722"/>
              <a:gd name="connsiteX12" fmla="*/ 2663058 w 4118131"/>
              <a:gd name="connsiteY12" fmla="*/ 2232722 h 2232722"/>
              <a:gd name="connsiteX13" fmla="*/ 1894340 w 4118131"/>
              <a:gd name="connsiteY13" fmla="*/ 2232722 h 2232722"/>
              <a:gd name="connsiteX14" fmla="*/ 1249166 w 4118131"/>
              <a:gd name="connsiteY14" fmla="*/ 2232722 h 2232722"/>
              <a:gd name="connsiteX15" fmla="*/ 0 w 4118131"/>
              <a:gd name="connsiteY15" fmla="*/ 2232722 h 2232722"/>
              <a:gd name="connsiteX16" fmla="*/ 0 w 4118131"/>
              <a:gd name="connsiteY16" fmla="*/ 1719196 h 2232722"/>
              <a:gd name="connsiteX17" fmla="*/ 0 w 4118131"/>
              <a:gd name="connsiteY17" fmla="*/ 1161015 h 2232722"/>
              <a:gd name="connsiteX18" fmla="*/ 0 w 4118131"/>
              <a:gd name="connsiteY18" fmla="*/ 580508 h 2232722"/>
              <a:gd name="connsiteX19" fmla="*/ 0 w 4118131"/>
              <a:gd name="connsiteY19" fmla="*/ 0 h 2232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118131" h="2232722" fill="none" extrusionOk="0">
                <a:moveTo>
                  <a:pt x="0" y="0"/>
                </a:moveTo>
                <a:cubicBezTo>
                  <a:pt x="207019" y="-6414"/>
                  <a:pt x="503453" y="9800"/>
                  <a:pt x="645174" y="0"/>
                </a:cubicBezTo>
                <a:cubicBezTo>
                  <a:pt x="786895" y="-9800"/>
                  <a:pt x="1117807" y="-12847"/>
                  <a:pt x="1249166" y="0"/>
                </a:cubicBezTo>
                <a:cubicBezTo>
                  <a:pt x="1380525" y="12847"/>
                  <a:pt x="1780352" y="-16983"/>
                  <a:pt x="1976703" y="0"/>
                </a:cubicBezTo>
                <a:cubicBezTo>
                  <a:pt x="2173054" y="16983"/>
                  <a:pt x="2447125" y="-10432"/>
                  <a:pt x="2663058" y="0"/>
                </a:cubicBezTo>
                <a:cubicBezTo>
                  <a:pt x="2878992" y="10432"/>
                  <a:pt x="3149761" y="18668"/>
                  <a:pt x="3349413" y="0"/>
                </a:cubicBezTo>
                <a:cubicBezTo>
                  <a:pt x="3549066" y="-18668"/>
                  <a:pt x="3839773" y="13379"/>
                  <a:pt x="4118131" y="0"/>
                </a:cubicBezTo>
                <a:cubicBezTo>
                  <a:pt x="4097864" y="256104"/>
                  <a:pt x="4103730" y="396076"/>
                  <a:pt x="4118131" y="580508"/>
                </a:cubicBezTo>
                <a:cubicBezTo>
                  <a:pt x="4132532" y="764940"/>
                  <a:pt x="4118783" y="847021"/>
                  <a:pt x="4118131" y="1094034"/>
                </a:cubicBezTo>
                <a:cubicBezTo>
                  <a:pt x="4117479" y="1341047"/>
                  <a:pt x="4126626" y="1403203"/>
                  <a:pt x="4118131" y="1674542"/>
                </a:cubicBezTo>
                <a:cubicBezTo>
                  <a:pt x="4109636" y="1945881"/>
                  <a:pt x="4120158" y="2018828"/>
                  <a:pt x="4118131" y="2232722"/>
                </a:cubicBezTo>
                <a:cubicBezTo>
                  <a:pt x="3942107" y="2202894"/>
                  <a:pt x="3539397" y="2227340"/>
                  <a:pt x="3390595" y="2232722"/>
                </a:cubicBezTo>
                <a:cubicBezTo>
                  <a:pt x="3241793" y="2238104"/>
                  <a:pt x="2961951" y="2210787"/>
                  <a:pt x="2663058" y="2232722"/>
                </a:cubicBezTo>
                <a:cubicBezTo>
                  <a:pt x="2364165" y="2254657"/>
                  <a:pt x="2270527" y="2265777"/>
                  <a:pt x="1894340" y="2232722"/>
                </a:cubicBezTo>
                <a:cubicBezTo>
                  <a:pt x="1518153" y="2199667"/>
                  <a:pt x="1422652" y="2244494"/>
                  <a:pt x="1249166" y="2232722"/>
                </a:cubicBezTo>
                <a:cubicBezTo>
                  <a:pt x="1075680" y="2220950"/>
                  <a:pt x="359026" y="2210010"/>
                  <a:pt x="0" y="2232722"/>
                </a:cubicBezTo>
                <a:cubicBezTo>
                  <a:pt x="14785" y="2096687"/>
                  <a:pt x="14295" y="1882938"/>
                  <a:pt x="0" y="1719196"/>
                </a:cubicBezTo>
                <a:cubicBezTo>
                  <a:pt x="-14295" y="1555454"/>
                  <a:pt x="7606" y="1303985"/>
                  <a:pt x="0" y="1161015"/>
                </a:cubicBezTo>
                <a:cubicBezTo>
                  <a:pt x="-7606" y="1018045"/>
                  <a:pt x="-6387" y="779067"/>
                  <a:pt x="0" y="580508"/>
                </a:cubicBezTo>
                <a:cubicBezTo>
                  <a:pt x="6387" y="381949"/>
                  <a:pt x="-15998" y="162394"/>
                  <a:pt x="0" y="0"/>
                </a:cubicBezTo>
                <a:close/>
              </a:path>
              <a:path w="4118131" h="2232722" stroke="0" extrusionOk="0">
                <a:moveTo>
                  <a:pt x="0" y="0"/>
                </a:moveTo>
                <a:cubicBezTo>
                  <a:pt x="233753" y="-30915"/>
                  <a:pt x="370294" y="14519"/>
                  <a:pt x="645174" y="0"/>
                </a:cubicBezTo>
                <a:cubicBezTo>
                  <a:pt x="920054" y="-14519"/>
                  <a:pt x="1008727" y="18591"/>
                  <a:pt x="1207985" y="0"/>
                </a:cubicBezTo>
                <a:cubicBezTo>
                  <a:pt x="1407243" y="-18591"/>
                  <a:pt x="1706697" y="32682"/>
                  <a:pt x="1976703" y="0"/>
                </a:cubicBezTo>
                <a:cubicBezTo>
                  <a:pt x="2246709" y="-32682"/>
                  <a:pt x="2398207" y="12183"/>
                  <a:pt x="2621877" y="0"/>
                </a:cubicBezTo>
                <a:cubicBezTo>
                  <a:pt x="2845547" y="-12183"/>
                  <a:pt x="3135301" y="3494"/>
                  <a:pt x="3267051" y="0"/>
                </a:cubicBezTo>
                <a:cubicBezTo>
                  <a:pt x="3398801" y="-3494"/>
                  <a:pt x="3733404" y="-32347"/>
                  <a:pt x="4118131" y="0"/>
                </a:cubicBezTo>
                <a:cubicBezTo>
                  <a:pt x="4101254" y="228544"/>
                  <a:pt x="4123643" y="310070"/>
                  <a:pt x="4118131" y="513526"/>
                </a:cubicBezTo>
                <a:cubicBezTo>
                  <a:pt x="4112619" y="716982"/>
                  <a:pt x="4121476" y="794100"/>
                  <a:pt x="4118131" y="1071707"/>
                </a:cubicBezTo>
                <a:cubicBezTo>
                  <a:pt x="4114786" y="1349314"/>
                  <a:pt x="4098619" y="1465945"/>
                  <a:pt x="4118131" y="1585233"/>
                </a:cubicBezTo>
                <a:cubicBezTo>
                  <a:pt x="4137643" y="1704521"/>
                  <a:pt x="4112570" y="1946809"/>
                  <a:pt x="4118131" y="2232722"/>
                </a:cubicBezTo>
                <a:cubicBezTo>
                  <a:pt x="3959705" y="2218495"/>
                  <a:pt x="3662827" y="2231599"/>
                  <a:pt x="3431776" y="2232722"/>
                </a:cubicBezTo>
                <a:cubicBezTo>
                  <a:pt x="3200725" y="2233845"/>
                  <a:pt x="3070767" y="2250978"/>
                  <a:pt x="2786602" y="2232722"/>
                </a:cubicBezTo>
                <a:cubicBezTo>
                  <a:pt x="2502437" y="2214466"/>
                  <a:pt x="2230058" y="2241424"/>
                  <a:pt x="2017884" y="2232722"/>
                </a:cubicBezTo>
                <a:cubicBezTo>
                  <a:pt x="1805710" y="2224020"/>
                  <a:pt x="1469014" y="2254153"/>
                  <a:pt x="1249166" y="2232722"/>
                </a:cubicBezTo>
                <a:cubicBezTo>
                  <a:pt x="1029318" y="2211291"/>
                  <a:pt x="897799" y="2221655"/>
                  <a:pt x="645174" y="2232722"/>
                </a:cubicBezTo>
                <a:cubicBezTo>
                  <a:pt x="392549" y="2243789"/>
                  <a:pt x="317781" y="2254651"/>
                  <a:pt x="0" y="2232722"/>
                </a:cubicBezTo>
                <a:cubicBezTo>
                  <a:pt x="3874" y="2050143"/>
                  <a:pt x="27929" y="1802856"/>
                  <a:pt x="0" y="1629887"/>
                </a:cubicBezTo>
                <a:cubicBezTo>
                  <a:pt x="-27929" y="1456918"/>
                  <a:pt x="-20857" y="1362487"/>
                  <a:pt x="0" y="1138688"/>
                </a:cubicBezTo>
                <a:cubicBezTo>
                  <a:pt x="20857" y="914889"/>
                  <a:pt x="16384" y="814106"/>
                  <a:pt x="0" y="625162"/>
                </a:cubicBezTo>
                <a:cubicBezTo>
                  <a:pt x="-16384" y="436218"/>
                  <a:pt x="-30884" y="260700"/>
                  <a:pt x="0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mpd="tri">
            <a:solidFill>
              <a:schemeClr val="tx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2000" dirty="0">
              <a:solidFill>
                <a:schemeClr val="tx1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7B97E2-28B8-353A-6D84-79DC22B9AD26}"/>
              </a:ext>
            </a:extLst>
          </p:cNvPr>
          <p:cNvSpPr/>
          <p:nvPr/>
        </p:nvSpPr>
        <p:spPr>
          <a:xfrm>
            <a:off x="4728234" y="672307"/>
            <a:ext cx="2735340" cy="869651"/>
          </a:xfrm>
          <a:custGeom>
            <a:avLst/>
            <a:gdLst>
              <a:gd name="connsiteX0" fmla="*/ 0 w 2735340"/>
              <a:gd name="connsiteY0" fmla="*/ 0 h 869651"/>
              <a:gd name="connsiteX1" fmla="*/ 656482 w 2735340"/>
              <a:gd name="connsiteY1" fmla="*/ 0 h 869651"/>
              <a:gd name="connsiteX2" fmla="*/ 1340317 w 2735340"/>
              <a:gd name="connsiteY2" fmla="*/ 0 h 869651"/>
              <a:gd name="connsiteX3" fmla="*/ 2051505 w 2735340"/>
              <a:gd name="connsiteY3" fmla="*/ 0 h 869651"/>
              <a:gd name="connsiteX4" fmla="*/ 2735340 w 2735340"/>
              <a:gd name="connsiteY4" fmla="*/ 0 h 869651"/>
              <a:gd name="connsiteX5" fmla="*/ 2735340 w 2735340"/>
              <a:gd name="connsiteY5" fmla="*/ 443522 h 869651"/>
              <a:gd name="connsiteX6" fmla="*/ 2735340 w 2735340"/>
              <a:gd name="connsiteY6" fmla="*/ 869651 h 869651"/>
              <a:gd name="connsiteX7" fmla="*/ 1996798 w 2735340"/>
              <a:gd name="connsiteY7" fmla="*/ 869651 h 869651"/>
              <a:gd name="connsiteX8" fmla="*/ 1258256 w 2735340"/>
              <a:gd name="connsiteY8" fmla="*/ 869651 h 869651"/>
              <a:gd name="connsiteX9" fmla="*/ 0 w 2735340"/>
              <a:gd name="connsiteY9" fmla="*/ 869651 h 869651"/>
              <a:gd name="connsiteX10" fmla="*/ 0 w 2735340"/>
              <a:gd name="connsiteY10" fmla="*/ 443522 h 869651"/>
              <a:gd name="connsiteX11" fmla="*/ 0 w 2735340"/>
              <a:gd name="connsiteY11" fmla="*/ 0 h 86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5340" h="869651" fill="none" extrusionOk="0">
                <a:moveTo>
                  <a:pt x="0" y="0"/>
                </a:moveTo>
                <a:cubicBezTo>
                  <a:pt x="292447" y="11460"/>
                  <a:pt x="501461" y="-26727"/>
                  <a:pt x="656482" y="0"/>
                </a:cubicBezTo>
                <a:cubicBezTo>
                  <a:pt x="811503" y="26727"/>
                  <a:pt x="1186849" y="-4645"/>
                  <a:pt x="1340317" y="0"/>
                </a:cubicBezTo>
                <a:cubicBezTo>
                  <a:pt x="1493786" y="4645"/>
                  <a:pt x="1698020" y="26042"/>
                  <a:pt x="2051505" y="0"/>
                </a:cubicBezTo>
                <a:cubicBezTo>
                  <a:pt x="2404990" y="-26042"/>
                  <a:pt x="2434171" y="13016"/>
                  <a:pt x="2735340" y="0"/>
                </a:cubicBezTo>
                <a:cubicBezTo>
                  <a:pt x="2743002" y="199724"/>
                  <a:pt x="2730192" y="231633"/>
                  <a:pt x="2735340" y="443522"/>
                </a:cubicBezTo>
                <a:cubicBezTo>
                  <a:pt x="2740488" y="655411"/>
                  <a:pt x="2719977" y="692637"/>
                  <a:pt x="2735340" y="869651"/>
                </a:cubicBezTo>
                <a:cubicBezTo>
                  <a:pt x="2524788" y="879389"/>
                  <a:pt x="2263865" y="848750"/>
                  <a:pt x="1996798" y="869651"/>
                </a:cubicBezTo>
                <a:cubicBezTo>
                  <a:pt x="1729731" y="890552"/>
                  <a:pt x="1517834" y="891620"/>
                  <a:pt x="1258256" y="869651"/>
                </a:cubicBezTo>
                <a:cubicBezTo>
                  <a:pt x="998678" y="847682"/>
                  <a:pt x="350173" y="895435"/>
                  <a:pt x="0" y="869651"/>
                </a:cubicBezTo>
                <a:cubicBezTo>
                  <a:pt x="-17903" y="757332"/>
                  <a:pt x="-16182" y="539293"/>
                  <a:pt x="0" y="443522"/>
                </a:cubicBezTo>
                <a:cubicBezTo>
                  <a:pt x="16182" y="347751"/>
                  <a:pt x="14358" y="129503"/>
                  <a:pt x="0" y="0"/>
                </a:cubicBezTo>
                <a:close/>
              </a:path>
              <a:path w="2735340" h="869651" stroke="0" extrusionOk="0">
                <a:moveTo>
                  <a:pt x="0" y="0"/>
                </a:moveTo>
                <a:cubicBezTo>
                  <a:pt x="229565" y="-20638"/>
                  <a:pt x="372258" y="13854"/>
                  <a:pt x="656482" y="0"/>
                </a:cubicBezTo>
                <a:cubicBezTo>
                  <a:pt x="940706" y="-13854"/>
                  <a:pt x="967276" y="8137"/>
                  <a:pt x="1258256" y="0"/>
                </a:cubicBezTo>
                <a:cubicBezTo>
                  <a:pt x="1549236" y="-8137"/>
                  <a:pt x="1781578" y="-6372"/>
                  <a:pt x="1996798" y="0"/>
                </a:cubicBezTo>
                <a:cubicBezTo>
                  <a:pt x="2212018" y="6372"/>
                  <a:pt x="2538506" y="17881"/>
                  <a:pt x="2735340" y="0"/>
                </a:cubicBezTo>
                <a:cubicBezTo>
                  <a:pt x="2721130" y="151383"/>
                  <a:pt x="2725824" y="224585"/>
                  <a:pt x="2735340" y="426129"/>
                </a:cubicBezTo>
                <a:cubicBezTo>
                  <a:pt x="2744856" y="627673"/>
                  <a:pt x="2743186" y="714623"/>
                  <a:pt x="2735340" y="869651"/>
                </a:cubicBezTo>
                <a:cubicBezTo>
                  <a:pt x="2547191" y="887582"/>
                  <a:pt x="2247613" y="864313"/>
                  <a:pt x="2051505" y="869651"/>
                </a:cubicBezTo>
                <a:cubicBezTo>
                  <a:pt x="1855397" y="874989"/>
                  <a:pt x="1472795" y="874422"/>
                  <a:pt x="1312963" y="869651"/>
                </a:cubicBezTo>
                <a:cubicBezTo>
                  <a:pt x="1153131" y="864880"/>
                  <a:pt x="853336" y="869768"/>
                  <a:pt x="711188" y="869651"/>
                </a:cubicBezTo>
                <a:cubicBezTo>
                  <a:pt x="569040" y="869534"/>
                  <a:pt x="314359" y="898403"/>
                  <a:pt x="0" y="869651"/>
                </a:cubicBezTo>
                <a:cubicBezTo>
                  <a:pt x="15858" y="769701"/>
                  <a:pt x="559" y="590602"/>
                  <a:pt x="0" y="434826"/>
                </a:cubicBezTo>
                <a:cubicBezTo>
                  <a:pt x="-559" y="279051"/>
                  <a:pt x="4689" y="188490"/>
                  <a:pt x="0" y="0"/>
                </a:cubicBezTo>
                <a:close/>
              </a:path>
            </a:pathLst>
          </a:custGeom>
          <a:ln cmpd="tri">
            <a:solidFill>
              <a:schemeClr val="tx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Barlow Semi Condensed" panose="00000506000000000000" pitchFamily="2" charset="0"/>
              </a:rPr>
              <a:t>Sub sequencer 1</a:t>
            </a:r>
            <a:endParaRPr lang="he-IL" sz="2000" dirty="0">
              <a:solidFill>
                <a:schemeClr val="tx1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4B96B6-8D31-6DC8-6734-1A58E314D248}"/>
              </a:ext>
            </a:extLst>
          </p:cNvPr>
          <p:cNvSpPr/>
          <p:nvPr/>
        </p:nvSpPr>
        <p:spPr>
          <a:xfrm>
            <a:off x="4724209" y="1675854"/>
            <a:ext cx="2735339" cy="869651"/>
          </a:xfrm>
          <a:custGeom>
            <a:avLst/>
            <a:gdLst>
              <a:gd name="connsiteX0" fmla="*/ 0 w 2735339"/>
              <a:gd name="connsiteY0" fmla="*/ 0 h 869651"/>
              <a:gd name="connsiteX1" fmla="*/ 656481 w 2735339"/>
              <a:gd name="connsiteY1" fmla="*/ 0 h 869651"/>
              <a:gd name="connsiteX2" fmla="*/ 1340316 w 2735339"/>
              <a:gd name="connsiteY2" fmla="*/ 0 h 869651"/>
              <a:gd name="connsiteX3" fmla="*/ 2051504 w 2735339"/>
              <a:gd name="connsiteY3" fmla="*/ 0 h 869651"/>
              <a:gd name="connsiteX4" fmla="*/ 2735339 w 2735339"/>
              <a:gd name="connsiteY4" fmla="*/ 0 h 869651"/>
              <a:gd name="connsiteX5" fmla="*/ 2735339 w 2735339"/>
              <a:gd name="connsiteY5" fmla="*/ 443522 h 869651"/>
              <a:gd name="connsiteX6" fmla="*/ 2735339 w 2735339"/>
              <a:gd name="connsiteY6" fmla="*/ 869651 h 869651"/>
              <a:gd name="connsiteX7" fmla="*/ 1996797 w 2735339"/>
              <a:gd name="connsiteY7" fmla="*/ 869651 h 869651"/>
              <a:gd name="connsiteX8" fmla="*/ 1258256 w 2735339"/>
              <a:gd name="connsiteY8" fmla="*/ 869651 h 869651"/>
              <a:gd name="connsiteX9" fmla="*/ 0 w 2735339"/>
              <a:gd name="connsiteY9" fmla="*/ 869651 h 869651"/>
              <a:gd name="connsiteX10" fmla="*/ 0 w 2735339"/>
              <a:gd name="connsiteY10" fmla="*/ 443522 h 869651"/>
              <a:gd name="connsiteX11" fmla="*/ 0 w 2735339"/>
              <a:gd name="connsiteY11" fmla="*/ 0 h 86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5339" h="869651" fill="none" extrusionOk="0">
                <a:moveTo>
                  <a:pt x="0" y="0"/>
                </a:moveTo>
                <a:cubicBezTo>
                  <a:pt x="296229" y="17667"/>
                  <a:pt x="502344" y="-23354"/>
                  <a:pt x="656481" y="0"/>
                </a:cubicBezTo>
                <a:cubicBezTo>
                  <a:pt x="810618" y="23354"/>
                  <a:pt x="1186848" y="-4645"/>
                  <a:pt x="1340316" y="0"/>
                </a:cubicBezTo>
                <a:cubicBezTo>
                  <a:pt x="1493785" y="4645"/>
                  <a:pt x="1698019" y="26042"/>
                  <a:pt x="2051504" y="0"/>
                </a:cubicBezTo>
                <a:cubicBezTo>
                  <a:pt x="2404989" y="-26042"/>
                  <a:pt x="2434170" y="13016"/>
                  <a:pt x="2735339" y="0"/>
                </a:cubicBezTo>
                <a:cubicBezTo>
                  <a:pt x="2743001" y="199724"/>
                  <a:pt x="2730191" y="231633"/>
                  <a:pt x="2735339" y="443522"/>
                </a:cubicBezTo>
                <a:cubicBezTo>
                  <a:pt x="2740487" y="655411"/>
                  <a:pt x="2719976" y="692637"/>
                  <a:pt x="2735339" y="869651"/>
                </a:cubicBezTo>
                <a:cubicBezTo>
                  <a:pt x="2524787" y="879389"/>
                  <a:pt x="2263864" y="848750"/>
                  <a:pt x="1996797" y="869651"/>
                </a:cubicBezTo>
                <a:cubicBezTo>
                  <a:pt x="1729730" y="890552"/>
                  <a:pt x="1517491" y="887990"/>
                  <a:pt x="1258256" y="869651"/>
                </a:cubicBezTo>
                <a:cubicBezTo>
                  <a:pt x="999021" y="851312"/>
                  <a:pt x="350173" y="895435"/>
                  <a:pt x="0" y="869651"/>
                </a:cubicBezTo>
                <a:cubicBezTo>
                  <a:pt x="-17903" y="757332"/>
                  <a:pt x="-16182" y="539293"/>
                  <a:pt x="0" y="443522"/>
                </a:cubicBezTo>
                <a:cubicBezTo>
                  <a:pt x="16182" y="347751"/>
                  <a:pt x="14358" y="129503"/>
                  <a:pt x="0" y="0"/>
                </a:cubicBezTo>
                <a:close/>
              </a:path>
              <a:path w="2735339" h="869651" stroke="0" extrusionOk="0">
                <a:moveTo>
                  <a:pt x="0" y="0"/>
                </a:moveTo>
                <a:cubicBezTo>
                  <a:pt x="231466" y="-18386"/>
                  <a:pt x="374722" y="17917"/>
                  <a:pt x="656481" y="0"/>
                </a:cubicBezTo>
                <a:cubicBezTo>
                  <a:pt x="938240" y="-17917"/>
                  <a:pt x="961957" y="3308"/>
                  <a:pt x="1258256" y="0"/>
                </a:cubicBezTo>
                <a:cubicBezTo>
                  <a:pt x="1554556" y="-3308"/>
                  <a:pt x="1783650" y="-1775"/>
                  <a:pt x="1996797" y="0"/>
                </a:cubicBezTo>
                <a:cubicBezTo>
                  <a:pt x="2209944" y="1775"/>
                  <a:pt x="2538505" y="17881"/>
                  <a:pt x="2735339" y="0"/>
                </a:cubicBezTo>
                <a:cubicBezTo>
                  <a:pt x="2721129" y="151383"/>
                  <a:pt x="2725823" y="224585"/>
                  <a:pt x="2735339" y="426129"/>
                </a:cubicBezTo>
                <a:cubicBezTo>
                  <a:pt x="2744855" y="627673"/>
                  <a:pt x="2743185" y="714623"/>
                  <a:pt x="2735339" y="869651"/>
                </a:cubicBezTo>
                <a:cubicBezTo>
                  <a:pt x="2547190" y="887582"/>
                  <a:pt x="2247612" y="864313"/>
                  <a:pt x="2051504" y="869651"/>
                </a:cubicBezTo>
                <a:cubicBezTo>
                  <a:pt x="1855396" y="874989"/>
                  <a:pt x="1471680" y="872883"/>
                  <a:pt x="1312963" y="869651"/>
                </a:cubicBezTo>
                <a:cubicBezTo>
                  <a:pt x="1154246" y="866419"/>
                  <a:pt x="853336" y="869768"/>
                  <a:pt x="711188" y="869651"/>
                </a:cubicBezTo>
                <a:cubicBezTo>
                  <a:pt x="569040" y="869534"/>
                  <a:pt x="314359" y="898403"/>
                  <a:pt x="0" y="869651"/>
                </a:cubicBezTo>
                <a:cubicBezTo>
                  <a:pt x="15858" y="769701"/>
                  <a:pt x="559" y="590602"/>
                  <a:pt x="0" y="434826"/>
                </a:cubicBezTo>
                <a:cubicBezTo>
                  <a:pt x="-559" y="279051"/>
                  <a:pt x="4689" y="188490"/>
                  <a:pt x="0" y="0"/>
                </a:cubicBezTo>
                <a:close/>
              </a:path>
            </a:pathLst>
          </a:custGeom>
          <a:ln cmpd="tri">
            <a:solidFill>
              <a:schemeClr val="tx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Barlow Semi Condensed" panose="00000506000000000000" pitchFamily="2" charset="0"/>
              </a:rPr>
              <a:t>Sub sequencer a</a:t>
            </a:r>
            <a:endParaRPr lang="he-IL" sz="2000" dirty="0">
              <a:solidFill>
                <a:schemeClr val="tx1"/>
              </a:solidFill>
              <a:latin typeface="Barlow Semi Condensed" panose="000005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33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AE715F0-5821-CC16-54A8-4DDE55A202E2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4258310" y="857870"/>
            <a:ext cx="1364675" cy="652502"/>
          </a:xfrm>
          <a:prstGeom prst="straightConnector1">
            <a:avLst/>
          </a:prstGeom>
          <a:ln w="28575">
            <a:solidFill>
              <a:srgbClr val="626262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Subtitle 1">
            <a:extLst>
              <a:ext uri="{FF2B5EF4-FFF2-40B4-BE49-F238E27FC236}">
                <a16:creationId xmlns:a16="http://schemas.microsoft.com/office/drawing/2014/main" id="{DB8B83FC-C65E-C308-EE4C-C77753F997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Blip>
                <a:blip r:embed="rId2"/>
              </a:buBlip>
            </a:pPr>
            <a:r>
              <a:rPr lang="en-US" sz="1870" dirty="0">
                <a:solidFill>
                  <a:schemeClr val="tx1"/>
                </a:solidFill>
                <a:latin typeface="Barlow Semi Condensed" panose="00000506000000000000" pitchFamily="2" charset="0"/>
                <a:cs typeface="+mn-cs"/>
              </a:rPr>
              <a:t>The topmost sequence in its phase</a:t>
            </a:r>
          </a:p>
          <a:p>
            <a:pPr marL="342900" indent="-342900">
              <a:buBlip>
                <a:blip r:embed="rId2"/>
              </a:buBlip>
            </a:pPr>
            <a:r>
              <a:rPr lang="en-US" sz="1870" dirty="0">
                <a:solidFill>
                  <a:schemeClr val="tx1"/>
                </a:solidFill>
                <a:latin typeface="Barlow Semi Condensed" panose="00000506000000000000" pitchFamily="2" charset="0"/>
                <a:cs typeface="+mn-cs"/>
              </a:rPr>
              <a:t>Contains sub-sequences</a:t>
            </a:r>
          </a:p>
          <a:p>
            <a:pPr marL="342900" indent="-342900">
              <a:buBlip>
                <a:blip r:embed="rId2"/>
              </a:buBlip>
            </a:pPr>
            <a:r>
              <a:rPr lang="en-US" sz="1870" dirty="0">
                <a:solidFill>
                  <a:schemeClr val="tx1"/>
                </a:solidFill>
                <a:latin typeface="Barlow Semi Condensed" panose="00000506000000000000" pitchFamily="2" charset="0"/>
              </a:rPr>
              <a:t>Coordinate between </a:t>
            </a:r>
            <a:r>
              <a:rPr lang="en-US" sz="1870" dirty="0">
                <a:solidFill>
                  <a:schemeClr val="tx1"/>
                </a:solidFill>
                <a:latin typeface="Barlow Semi Condensed" panose="00000506000000000000" pitchFamily="2" charset="0"/>
                <a:cs typeface="+mn-cs"/>
              </a:rPr>
              <a:t>sub-sequences</a:t>
            </a:r>
          </a:p>
          <a:p>
            <a:pPr marL="342900" indent="-342900">
              <a:buBlip>
                <a:blip r:embed="rId2"/>
              </a:buBlip>
            </a:pPr>
            <a:r>
              <a:rPr lang="en-US" sz="1870" dirty="0">
                <a:solidFill>
                  <a:schemeClr val="tx1"/>
                </a:solidFill>
                <a:latin typeface="Barlow Semi Condensed" panose="00000506000000000000" pitchFamily="2" charset="0"/>
                <a:cs typeface="+mn-cs"/>
              </a:rPr>
              <a:t>Provides logical separation between sequences</a:t>
            </a:r>
          </a:p>
          <a:p>
            <a:pPr marL="342900" indent="-342900">
              <a:buBlip>
                <a:blip r:embed="rId2"/>
              </a:buBlip>
            </a:pPr>
            <a:r>
              <a:rPr lang="en-US" sz="1870" dirty="0">
                <a:solidFill>
                  <a:schemeClr val="tx1"/>
                </a:solidFill>
                <a:latin typeface="Barlow Semi Condensed" panose="00000506000000000000" pitchFamily="2" charset="0"/>
                <a:cs typeface="+mn-cs"/>
              </a:rPr>
              <a:t>Allow the reuse of previously written sequences</a:t>
            </a:r>
            <a:endParaRPr lang="he-IL" sz="1870" dirty="0">
              <a:solidFill>
                <a:schemeClr val="tx1"/>
              </a:solidFill>
              <a:latin typeface="Barlow Semi Condensed" panose="00000506000000000000" pitchFamily="2" charset="0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1A92E4-35B4-FF05-22AE-588F1E3F9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Sequence</a:t>
            </a:r>
            <a:endParaRPr lang="he-IL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47349F2-437C-E406-6C44-331F6018B48B}"/>
              </a:ext>
            </a:extLst>
          </p:cNvPr>
          <p:cNvSpPr/>
          <p:nvPr/>
        </p:nvSpPr>
        <p:spPr>
          <a:xfrm>
            <a:off x="2847353" y="804893"/>
            <a:ext cx="1410957" cy="1410957"/>
          </a:xfrm>
          <a:custGeom>
            <a:avLst/>
            <a:gdLst>
              <a:gd name="connsiteX0" fmla="*/ 0 w 1410957"/>
              <a:gd name="connsiteY0" fmla="*/ 705479 h 1410957"/>
              <a:gd name="connsiteX1" fmla="*/ 705479 w 1410957"/>
              <a:gd name="connsiteY1" fmla="*/ 0 h 1410957"/>
              <a:gd name="connsiteX2" fmla="*/ 1410958 w 1410957"/>
              <a:gd name="connsiteY2" fmla="*/ 705479 h 1410957"/>
              <a:gd name="connsiteX3" fmla="*/ 705479 w 1410957"/>
              <a:gd name="connsiteY3" fmla="*/ 1410958 h 1410957"/>
              <a:gd name="connsiteX4" fmla="*/ 0 w 1410957"/>
              <a:gd name="connsiteY4" fmla="*/ 705479 h 1410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0957" h="1410957" fill="none" extrusionOk="0">
                <a:moveTo>
                  <a:pt x="0" y="705479"/>
                </a:moveTo>
                <a:cubicBezTo>
                  <a:pt x="20605" y="318298"/>
                  <a:pt x="347049" y="-64199"/>
                  <a:pt x="705479" y="0"/>
                </a:cubicBezTo>
                <a:cubicBezTo>
                  <a:pt x="1024629" y="-10792"/>
                  <a:pt x="1401051" y="325182"/>
                  <a:pt x="1410958" y="705479"/>
                </a:cubicBezTo>
                <a:cubicBezTo>
                  <a:pt x="1408067" y="1067536"/>
                  <a:pt x="1055769" y="1465622"/>
                  <a:pt x="705479" y="1410958"/>
                </a:cubicBezTo>
                <a:cubicBezTo>
                  <a:pt x="369249" y="1440851"/>
                  <a:pt x="41730" y="1105137"/>
                  <a:pt x="0" y="705479"/>
                </a:cubicBezTo>
                <a:close/>
              </a:path>
              <a:path w="1410957" h="1410957" stroke="0" extrusionOk="0">
                <a:moveTo>
                  <a:pt x="0" y="705479"/>
                </a:moveTo>
                <a:cubicBezTo>
                  <a:pt x="-28747" y="298122"/>
                  <a:pt x="296446" y="7284"/>
                  <a:pt x="705479" y="0"/>
                </a:cubicBezTo>
                <a:cubicBezTo>
                  <a:pt x="1143458" y="10180"/>
                  <a:pt x="1367238" y="317244"/>
                  <a:pt x="1410958" y="705479"/>
                </a:cubicBezTo>
                <a:cubicBezTo>
                  <a:pt x="1363767" y="1141189"/>
                  <a:pt x="1090305" y="1437481"/>
                  <a:pt x="705479" y="1410958"/>
                </a:cubicBezTo>
                <a:cubicBezTo>
                  <a:pt x="269970" y="1385854"/>
                  <a:pt x="61517" y="1124498"/>
                  <a:pt x="0" y="705479"/>
                </a:cubicBezTo>
                <a:close/>
              </a:path>
            </a:pathLst>
          </a:custGeom>
          <a:solidFill>
            <a:schemeClr val="accent4"/>
          </a:solidFill>
          <a:ln w="190500" cmpd="dbl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Barlow Semi Condensed" panose="00000506000000000000" pitchFamily="2" charset="0"/>
              </a:rPr>
              <a:t>virtual sequence</a:t>
            </a:r>
            <a:endParaRPr lang="he-IL" sz="1600" dirty="0">
              <a:solidFill>
                <a:schemeClr val="tx1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D612A4E-EFE1-12A9-A96D-48738EB8CD06}"/>
              </a:ext>
            </a:extLst>
          </p:cNvPr>
          <p:cNvSpPr/>
          <p:nvPr/>
        </p:nvSpPr>
        <p:spPr>
          <a:xfrm>
            <a:off x="5622985" y="532072"/>
            <a:ext cx="683644" cy="651595"/>
          </a:xfrm>
          <a:custGeom>
            <a:avLst/>
            <a:gdLst>
              <a:gd name="connsiteX0" fmla="*/ 0 w 683644"/>
              <a:gd name="connsiteY0" fmla="*/ 325798 h 651595"/>
              <a:gd name="connsiteX1" fmla="*/ 341822 w 683644"/>
              <a:gd name="connsiteY1" fmla="*/ 0 h 651595"/>
              <a:gd name="connsiteX2" fmla="*/ 683644 w 683644"/>
              <a:gd name="connsiteY2" fmla="*/ 325798 h 651595"/>
              <a:gd name="connsiteX3" fmla="*/ 341822 w 683644"/>
              <a:gd name="connsiteY3" fmla="*/ 651596 h 651595"/>
              <a:gd name="connsiteX4" fmla="*/ 0 w 683644"/>
              <a:gd name="connsiteY4" fmla="*/ 325798 h 651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3644" h="651595" fill="none" extrusionOk="0">
                <a:moveTo>
                  <a:pt x="0" y="325798"/>
                </a:moveTo>
                <a:cubicBezTo>
                  <a:pt x="20721" y="148323"/>
                  <a:pt x="165576" y="-25800"/>
                  <a:pt x="341822" y="0"/>
                </a:cubicBezTo>
                <a:cubicBezTo>
                  <a:pt x="497686" y="-5041"/>
                  <a:pt x="669864" y="158839"/>
                  <a:pt x="683644" y="325798"/>
                </a:cubicBezTo>
                <a:cubicBezTo>
                  <a:pt x="682527" y="495083"/>
                  <a:pt x="522350" y="663068"/>
                  <a:pt x="341822" y="651596"/>
                </a:cubicBezTo>
                <a:cubicBezTo>
                  <a:pt x="158393" y="654593"/>
                  <a:pt x="23332" y="511341"/>
                  <a:pt x="0" y="325798"/>
                </a:cubicBezTo>
                <a:close/>
              </a:path>
              <a:path w="683644" h="651595" stroke="0" extrusionOk="0">
                <a:moveTo>
                  <a:pt x="0" y="325798"/>
                </a:moveTo>
                <a:cubicBezTo>
                  <a:pt x="-29941" y="127397"/>
                  <a:pt x="134044" y="7129"/>
                  <a:pt x="341822" y="0"/>
                </a:cubicBezTo>
                <a:cubicBezTo>
                  <a:pt x="548382" y="3743"/>
                  <a:pt x="655865" y="146748"/>
                  <a:pt x="683644" y="325798"/>
                </a:cubicBezTo>
                <a:cubicBezTo>
                  <a:pt x="665390" y="523557"/>
                  <a:pt x="524795" y="683711"/>
                  <a:pt x="341822" y="651596"/>
                </a:cubicBezTo>
                <a:cubicBezTo>
                  <a:pt x="144055" y="646681"/>
                  <a:pt x="20700" y="515622"/>
                  <a:pt x="0" y="325798"/>
                </a:cubicBezTo>
                <a:close/>
              </a:path>
            </a:pathLst>
          </a:custGeom>
          <a:solidFill>
            <a:schemeClr val="accent4"/>
          </a:solidFill>
          <a:ln w="19050" cmpd="sng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Barlow Semi Condensed" panose="00000506000000000000" pitchFamily="2" charset="0"/>
              </a:rPr>
              <a:t>1</a:t>
            </a:r>
            <a:endParaRPr lang="he-IL" sz="2000" dirty="0">
              <a:solidFill>
                <a:schemeClr val="tx1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3AE6E4-B290-B107-F918-F30990B0B3F0}"/>
              </a:ext>
            </a:extLst>
          </p:cNvPr>
          <p:cNvSpPr/>
          <p:nvPr/>
        </p:nvSpPr>
        <p:spPr>
          <a:xfrm>
            <a:off x="5650481" y="2034544"/>
            <a:ext cx="683644" cy="651595"/>
          </a:xfrm>
          <a:custGeom>
            <a:avLst/>
            <a:gdLst>
              <a:gd name="connsiteX0" fmla="*/ 0 w 683644"/>
              <a:gd name="connsiteY0" fmla="*/ 325798 h 651595"/>
              <a:gd name="connsiteX1" fmla="*/ 341822 w 683644"/>
              <a:gd name="connsiteY1" fmla="*/ 0 h 651595"/>
              <a:gd name="connsiteX2" fmla="*/ 683644 w 683644"/>
              <a:gd name="connsiteY2" fmla="*/ 325798 h 651595"/>
              <a:gd name="connsiteX3" fmla="*/ 341822 w 683644"/>
              <a:gd name="connsiteY3" fmla="*/ 651596 h 651595"/>
              <a:gd name="connsiteX4" fmla="*/ 0 w 683644"/>
              <a:gd name="connsiteY4" fmla="*/ 325798 h 651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3644" h="651595" fill="none" extrusionOk="0">
                <a:moveTo>
                  <a:pt x="0" y="325798"/>
                </a:moveTo>
                <a:cubicBezTo>
                  <a:pt x="20721" y="148323"/>
                  <a:pt x="165576" y="-25800"/>
                  <a:pt x="341822" y="0"/>
                </a:cubicBezTo>
                <a:cubicBezTo>
                  <a:pt x="497686" y="-5041"/>
                  <a:pt x="669864" y="158839"/>
                  <a:pt x="683644" y="325798"/>
                </a:cubicBezTo>
                <a:cubicBezTo>
                  <a:pt x="682527" y="495083"/>
                  <a:pt x="522350" y="663068"/>
                  <a:pt x="341822" y="651596"/>
                </a:cubicBezTo>
                <a:cubicBezTo>
                  <a:pt x="158393" y="654593"/>
                  <a:pt x="23332" y="511341"/>
                  <a:pt x="0" y="325798"/>
                </a:cubicBezTo>
                <a:close/>
              </a:path>
              <a:path w="683644" h="651595" stroke="0" extrusionOk="0">
                <a:moveTo>
                  <a:pt x="0" y="325798"/>
                </a:moveTo>
                <a:cubicBezTo>
                  <a:pt x="-29941" y="127397"/>
                  <a:pt x="134044" y="7129"/>
                  <a:pt x="341822" y="0"/>
                </a:cubicBezTo>
                <a:cubicBezTo>
                  <a:pt x="548382" y="3743"/>
                  <a:pt x="655865" y="146748"/>
                  <a:pt x="683644" y="325798"/>
                </a:cubicBezTo>
                <a:cubicBezTo>
                  <a:pt x="665390" y="523557"/>
                  <a:pt x="524795" y="683711"/>
                  <a:pt x="341822" y="651596"/>
                </a:cubicBezTo>
                <a:cubicBezTo>
                  <a:pt x="144055" y="646681"/>
                  <a:pt x="20700" y="515622"/>
                  <a:pt x="0" y="325798"/>
                </a:cubicBezTo>
                <a:close/>
              </a:path>
            </a:pathLst>
          </a:custGeom>
          <a:solidFill>
            <a:schemeClr val="accent4"/>
          </a:solidFill>
          <a:ln w="19050" cmpd="sng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Barlow Semi Condensed" panose="00000506000000000000" pitchFamily="2" charset="0"/>
              </a:rPr>
              <a:t>a</a:t>
            </a:r>
            <a:endParaRPr lang="he-IL" sz="2000" dirty="0">
              <a:solidFill>
                <a:schemeClr val="tx1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7B13A02-2C64-C112-6E1D-AC388B125664}"/>
              </a:ext>
            </a:extLst>
          </p:cNvPr>
          <p:cNvSpPr/>
          <p:nvPr/>
        </p:nvSpPr>
        <p:spPr>
          <a:xfrm>
            <a:off x="8089864" y="206275"/>
            <a:ext cx="683644" cy="651595"/>
          </a:xfrm>
          <a:custGeom>
            <a:avLst/>
            <a:gdLst>
              <a:gd name="connsiteX0" fmla="*/ 0 w 683644"/>
              <a:gd name="connsiteY0" fmla="*/ 325798 h 651595"/>
              <a:gd name="connsiteX1" fmla="*/ 341822 w 683644"/>
              <a:gd name="connsiteY1" fmla="*/ 0 h 651595"/>
              <a:gd name="connsiteX2" fmla="*/ 683644 w 683644"/>
              <a:gd name="connsiteY2" fmla="*/ 325798 h 651595"/>
              <a:gd name="connsiteX3" fmla="*/ 341822 w 683644"/>
              <a:gd name="connsiteY3" fmla="*/ 651596 h 651595"/>
              <a:gd name="connsiteX4" fmla="*/ 0 w 683644"/>
              <a:gd name="connsiteY4" fmla="*/ 325798 h 651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3644" h="651595" fill="none" extrusionOk="0">
                <a:moveTo>
                  <a:pt x="0" y="325798"/>
                </a:moveTo>
                <a:cubicBezTo>
                  <a:pt x="20721" y="148323"/>
                  <a:pt x="165576" y="-25800"/>
                  <a:pt x="341822" y="0"/>
                </a:cubicBezTo>
                <a:cubicBezTo>
                  <a:pt x="497686" y="-5041"/>
                  <a:pt x="669864" y="158839"/>
                  <a:pt x="683644" y="325798"/>
                </a:cubicBezTo>
                <a:cubicBezTo>
                  <a:pt x="682527" y="495083"/>
                  <a:pt x="522350" y="663068"/>
                  <a:pt x="341822" y="651596"/>
                </a:cubicBezTo>
                <a:cubicBezTo>
                  <a:pt x="158393" y="654593"/>
                  <a:pt x="23332" y="511341"/>
                  <a:pt x="0" y="325798"/>
                </a:cubicBezTo>
                <a:close/>
              </a:path>
              <a:path w="683644" h="651595" stroke="0" extrusionOk="0">
                <a:moveTo>
                  <a:pt x="0" y="325798"/>
                </a:moveTo>
                <a:cubicBezTo>
                  <a:pt x="-29941" y="127397"/>
                  <a:pt x="134044" y="7129"/>
                  <a:pt x="341822" y="0"/>
                </a:cubicBezTo>
                <a:cubicBezTo>
                  <a:pt x="548382" y="3743"/>
                  <a:pt x="655865" y="146748"/>
                  <a:pt x="683644" y="325798"/>
                </a:cubicBezTo>
                <a:cubicBezTo>
                  <a:pt x="665390" y="523557"/>
                  <a:pt x="524795" y="683711"/>
                  <a:pt x="341822" y="651596"/>
                </a:cubicBezTo>
                <a:cubicBezTo>
                  <a:pt x="144055" y="646681"/>
                  <a:pt x="20700" y="515622"/>
                  <a:pt x="0" y="325798"/>
                </a:cubicBezTo>
                <a:close/>
              </a:path>
            </a:pathLst>
          </a:custGeom>
          <a:solidFill>
            <a:schemeClr val="accent4"/>
          </a:solidFill>
          <a:ln w="19050" cmpd="sng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Barlow Semi Condensed" panose="00000506000000000000" pitchFamily="2" charset="0"/>
              </a:rPr>
              <a:t>1.1</a:t>
            </a:r>
            <a:endParaRPr lang="he-IL" sz="2000" dirty="0">
              <a:solidFill>
                <a:schemeClr val="tx1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7541099-9425-2ED8-963C-F1319079C587}"/>
              </a:ext>
            </a:extLst>
          </p:cNvPr>
          <p:cNvSpPr/>
          <p:nvPr/>
        </p:nvSpPr>
        <p:spPr>
          <a:xfrm>
            <a:off x="8061113" y="1085399"/>
            <a:ext cx="683644" cy="651595"/>
          </a:xfrm>
          <a:custGeom>
            <a:avLst/>
            <a:gdLst>
              <a:gd name="connsiteX0" fmla="*/ 0 w 683644"/>
              <a:gd name="connsiteY0" fmla="*/ 325798 h 651595"/>
              <a:gd name="connsiteX1" fmla="*/ 341822 w 683644"/>
              <a:gd name="connsiteY1" fmla="*/ 0 h 651595"/>
              <a:gd name="connsiteX2" fmla="*/ 683644 w 683644"/>
              <a:gd name="connsiteY2" fmla="*/ 325798 h 651595"/>
              <a:gd name="connsiteX3" fmla="*/ 341822 w 683644"/>
              <a:gd name="connsiteY3" fmla="*/ 651596 h 651595"/>
              <a:gd name="connsiteX4" fmla="*/ 0 w 683644"/>
              <a:gd name="connsiteY4" fmla="*/ 325798 h 651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3644" h="651595" fill="none" extrusionOk="0">
                <a:moveTo>
                  <a:pt x="0" y="325798"/>
                </a:moveTo>
                <a:cubicBezTo>
                  <a:pt x="20721" y="148323"/>
                  <a:pt x="165576" y="-25800"/>
                  <a:pt x="341822" y="0"/>
                </a:cubicBezTo>
                <a:cubicBezTo>
                  <a:pt x="497686" y="-5041"/>
                  <a:pt x="669864" y="158839"/>
                  <a:pt x="683644" y="325798"/>
                </a:cubicBezTo>
                <a:cubicBezTo>
                  <a:pt x="682527" y="495083"/>
                  <a:pt x="522350" y="663068"/>
                  <a:pt x="341822" y="651596"/>
                </a:cubicBezTo>
                <a:cubicBezTo>
                  <a:pt x="158393" y="654593"/>
                  <a:pt x="23332" y="511341"/>
                  <a:pt x="0" y="325798"/>
                </a:cubicBezTo>
                <a:close/>
              </a:path>
              <a:path w="683644" h="651595" stroke="0" extrusionOk="0">
                <a:moveTo>
                  <a:pt x="0" y="325798"/>
                </a:moveTo>
                <a:cubicBezTo>
                  <a:pt x="-29941" y="127397"/>
                  <a:pt x="134044" y="7129"/>
                  <a:pt x="341822" y="0"/>
                </a:cubicBezTo>
                <a:cubicBezTo>
                  <a:pt x="548382" y="3743"/>
                  <a:pt x="655865" y="146748"/>
                  <a:pt x="683644" y="325798"/>
                </a:cubicBezTo>
                <a:cubicBezTo>
                  <a:pt x="665390" y="523557"/>
                  <a:pt x="524795" y="683711"/>
                  <a:pt x="341822" y="651596"/>
                </a:cubicBezTo>
                <a:cubicBezTo>
                  <a:pt x="144055" y="646681"/>
                  <a:pt x="20700" y="515622"/>
                  <a:pt x="0" y="325798"/>
                </a:cubicBezTo>
                <a:close/>
              </a:path>
            </a:pathLst>
          </a:custGeom>
          <a:solidFill>
            <a:schemeClr val="accent4"/>
          </a:solidFill>
          <a:ln w="19050" cmpd="sng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Barlow Semi Condensed" panose="00000506000000000000" pitchFamily="2" charset="0"/>
              </a:rPr>
              <a:t>1.2</a:t>
            </a:r>
            <a:endParaRPr lang="he-IL" sz="2000" dirty="0">
              <a:solidFill>
                <a:schemeClr val="tx1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2686313-3769-EB82-A727-3F470110B44E}"/>
              </a:ext>
            </a:extLst>
          </p:cNvPr>
          <p:cNvSpPr/>
          <p:nvPr/>
        </p:nvSpPr>
        <p:spPr>
          <a:xfrm>
            <a:off x="8091925" y="1928183"/>
            <a:ext cx="683644" cy="651595"/>
          </a:xfrm>
          <a:custGeom>
            <a:avLst/>
            <a:gdLst>
              <a:gd name="connsiteX0" fmla="*/ 0 w 683644"/>
              <a:gd name="connsiteY0" fmla="*/ 325798 h 651595"/>
              <a:gd name="connsiteX1" fmla="*/ 341822 w 683644"/>
              <a:gd name="connsiteY1" fmla="*/ 0 h 651595"/>
              <a:gd name="connsiteX2" fmla="*/ 683644 w 683644"/>
              <a:gd name="connsiteY2" fmla="*/ 325798 h 651595"/>
              <a:gd name="connsiteX3" fmla="*/ 341822 w 683644"/>
              <a:gd name="connsiteY3" fmla="*/ 651596 h 651595"/>
              <a:gd name="connsiteX4" fmla="*/ 0 w 683644"/>
              <a:gd name="connsiteY4" fmla="*/ 325798 h 651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3644" h="651595" fill="none" extrusionOk="0">
                <a:moveTo>
                  <a:pt x="0" y="325798"/>
                </a:moveTo>
                <a:cubicBezTo>
                  <a:pt x="20721" y="148323"/>
                  <a:pt x="165576" y="-25800"/>
                  <a:pt x="341822" y="0"/>
                </a:cubicBezTo>
                <a:cubicBezTo>
                  <a:pt x="497686" y="-5041"/>
                  <a:pt x="669864" y="158839"/>
                  <a:pt x="683644" y="325798"/>
                </a:cubicBezTo>
                <a:cubicBezTo>
                  <a:pt x="682527" y="495083"/>
                  <a:pt x="522350" y="663068"/>
                  <a:pt x="341822" y="651596"/>
                </a:cubicBezTo>
                <a:cubicBezTo>
                  <a:pt x="158393" y="654593"/>
                  <a:pt x="23332" y="511341"/>
                  <a:pt x="0" y="325798"/>
                </a:cubicBezTo>
                <a:close/>
              </a:path>
              <a:path w="683644" h="651595" stroke="0" extrusionOk="0">
                <a:moveTo>
                  <a:pt x="0" y="325798"/>
                </a:moveTo>
                <a:cubicBezTo>
                  <a:pt x="-29941" y="127397"/>
                  <a:pt x="134044" y="7129"/>
                  <a:pt x="341822" y="0"/>
                </a:cubicBezTo>
                <a:cubicBezTo>
                  <a:pt x="548382" y="3743"/>
                  <a:pt x="655865" y="146748"/>
                  <a:pt x="683644" y="325798"/>
                </a:cubicBezTo>
                <a:cubicBezTo>
                  <a:pt x="665390" y="523557"/>
                  <a:pt x="524795" y="683711"/>
                  <a:pt x="341822" y="651596"/>
                </a:cubicBezTo>
                <a:cubicBezTo>
                  <a:pt x="144055" y="646681"/>
                  <a:pt x="20700" y="515622"/>
                  <a:pt x="0" y="325798"/>
                </a:cubicBezTo>
                <a:close/>
              </a:path>
            </a:pathLst>
          </a:custGeom>
          <a:solidFill>
            <a:schemeClr val="accent4"/>
          </a:solidFill>
          <a:ln w="19050" cmpd="sng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Barlow Semi Condensed" panose="00000506000000000000" pitchFamily="2" charset="0"/>
              </a:rPr>
              <a:t>a,a</a:t>
            </a:r>
            <a:endParaRPr lang="he-IL" sz="2000" dirty="0">
              <a:solidFill>
                <a:schemeClr val="tx1"/>
              </a:solidFill>
              <a:latin typeface="Barlow Semi Condensed" panose="00000506000000000000" pitchFamily="2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2E9EBAB-FEB3-793E-D62E-A71C6F345515}"/>
              </a:ext>
            </a:extLst>
          </p:cNvPr>
          <p:cNvSpPr/>
          <p:nvPr/>
        </p:nvSpPr>
        <p:spPr>
          <a:xfrm>
            <a:off x="8082400" y="2770967"/>
            <a:ext cx="683644" cy="651595"/>
          </a:xfrm>
          <a:custGeom>
            <a:avLst/>
            <a:gdLst>
              <a:gd name="connsiteX0" fmla="*/ 0 w 683644"/>
              <a:gd name="connsiteY0" fmla="*/ 325798 h 651595"/>
              <a:gd name="connsiteX1" fmla="*/ 341822 w 683644"/>
              <a:gd name="connsiteY1" fmla="*/ 0 h 651595"/>
              <a:gd name="connsiteX2" fmla="*/ 683644 w 683644"/>
              <a:gd name="connsiteY2" fmla="*/ 325798 h 651595"/>
              <a:gd name="connsiteX3" fmla="*/ 341822 w 683644"/>
              <a:gd name="connsiteY3" fmla="*/ 651596 h 651595"/>
              <a:gd name="connsiteX4" fmla="*/ 0 w 683644"/>
              <a:gd name="connsiteY4" fmla="*/ 325798 h 651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3644" h="651595" fill="none" extrusionOk="0">
                <a:moveTo>
                  <a:pt x="0" y="325798"/>
                </a:moveTo>
                <a:cubicBezTo>
                  <a:pt x="20721" y="148323"/>
                  <a:pt x="165576" y="-25800"/>
                  <a:pt x="341822" y="0"/>
                </a:cubicBezTo>
                <a:cubicBezTo>
                  <a:pt x="497686" y="-5041"/>
                  <a:pt x="669864" y="158839"/>
                  <a:pt x="683644" y="325798"/>
                </a:cubicBezTo>
                <a:cubicBezTo>
                  <a:pt x="682527" y="495083"/>
                  <a:pt x="522350" y="663068"/>
                  <a:pt x="341822" y="651596"/>
                </a:cubicBezTo>
                <a:cubicBezTo>
                  <a:pt x="158393" y="654593"/>
                  <a:pt x="23332" y="511341"/>
                  <a:pt x="0" y="325798"/>
                </a:cubicBezTo>
                <a:close/>
              </a:path>
              <a:path w="683644" h="651595" stroke="0" extrusionOk="0">
                <a:moveTo>
                  <a:pt x="0" y="325798"/>
                </a:moveTo>
                <a:cubicBezTo>
                  <a:pt x="-29941" y="127397"/>
                  <a:pt x="134044" y="7129"/>
                  <a:pt x="341822" y="0"/>
                </a:cubicBezTo>
                <a:cubicBezTo>
                  <a:pt x="548382" y="3743"/>
                  <a:pt x="655865" y="146748"/>
                  <a:pt x="683644" y="325798"/>
                </a:cubicBezTo>
                <a:cubicBezTo>
                  <a:pt x="665390" y="523557"/>
                  <a:pt x="524795" y="683711"/>
                  <a:pt x="341822" y="651596"/>
                </a:cubicBezTo>
                <a:cubicBezTo>
                  <a:pt x="144055" y="646681"/>
                  <a:pt x="20700" y="515622"/>
                  <a:pt x="0" y="325798"/>
                </a:cubicBezTo>
                <a:close/>
              </a:path>
            </a:pathLst>
          </a:custGeom>
          <a:solidFill>
            <a:schemeClr val="accent4"/>
          </a:solidFill>
          <a:ln w="19050" cmpd="sng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Barlow Semi Condensed" panose="00000506000000000000" pitchFamily="2" charset="0"/>
              </a:rPr>
              <a:t>a,b</a:t>
            </a:r>
            <a:endParaRPr lang="he-IL" sz="2000" dirty="0">
              <a:solidFill>
                <a:schemeClr val="tx1"/>
              </a:solidFill>
              <a:latin typeface="Barlow Semi Condensed" panose="00000506000000000000" pitchFamily="2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1D6E5A2-CDF9-5D82-4ADE-054F19F0F08C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>
            <a:off x="4258310" y="1510372"/>
            <a:ext cx="1392171" cy="849970"/>
          </a:xfrm>
          <a:prstGeom prst="straightConnector1">
            <a:avLst/>
          </a:prstGeom>
          <a:ln w="28575">
            <a:solidFill>
              <a:srgbClr val="626262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D83A80E-C670-CA84-D878-4920D240842C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>
          <a:xfrm flipV="1">
            <a:off x="6306629" y="532073"/>
            <a:ext cx="1783235" cy="325797"/>
          </a:xfrm>
          <a:prstGeom prst="straightConnector1">
            <a:avLst/>
          </a:prstGeom>
          <a:ln w="28575">
            <a:solidFill>
              <a:srgbClr val="626262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BB28377-0141-2817-487F-B3FB3E4E9B4E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>
            <a:off x="6306629" y="857870"/>
            <a:ext cx="1754484" cy="553327"/>
          </a:xfrm>
          <a:prstGeom prst="straightConnector1">
            <a:avLst/>
          </a:prstGeom>
          <a:ln w="28575">
            <a:solidFill>
              <a:srgbClr val="626262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B4F141D-8690-1983-19C3-1674D425E448}"/>
              </a:ext>
            </a:extLst>
          </p:cNvPr>
          <p:cNvCxnSpPr>
            <a:cxnSpLocks/>
            <a:stCxn id="10" idx="6"/>
            <a:endCxn id="13" idx="2"/>
          </p:cNvCxnSpPr>
          <p:nvPr/>
        </p:nvCxnSpPr>
        <p:spPr>
          <a:xfrm flipV="1">
            <a:off x="6334125" y="2253981"/>
            <a:ext cx="1757800" cy="106361"/>
          </a:xfrm>
          <a:prstGeom prst="straightConnector1">
            <a:avLst/>
          </a:prstGeom>
          <a:ln w="28575">
            <a:solidFill>
              <a:srgbClr val="626262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93568C9-A3D5-3489-D446-C372430FA781}"/>
              </a:ext>
            </a:extLst>
          </p:cNvPr>
          <p:cNvCxnSpPr>
            <a:cxnSpLocks/>
            <a:stCxn id="10" idx="6"/>
            <a:endCxn id="14" idx="2"/>
          </p:cNvCxnSpPr>
          <p:nvPr/>
        </p:nvCxnSpPr>
        <p:spPr>
          <a:xfrm>
            <a:off x="6334125" y="2360342"/>
            <a:ext cx="1748275" cy="736423"/>
          </a:xfrm>
          <a:prstGeom prst="straightConnector1">
            <a:avLst/>
          </a:prstGeom>
          <a:ln w="28575">
            <a:solidFill>
              <a:srgbClr val="626262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022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1B4BB9-ACA0-56E7-C0AD-081590D7D2E2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3964300" y="2002600"/>
            <a:ext cx="3956800" cy="1426400"/>
          </a:xfrm>
        </p:spPr>
        <p:txBody>
          <a:bodyPr/>
          <a:lstStyle/>
          <a:p>
            <a:r>
              <a:rPr lang="he-IL" sz="10700" dirty="0"/>
              <a:t>שאלות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8EA18ED-9928-36EB-BED3-48235612B8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400" y="3151251"/>
            <a:ext cx="4267200" cy="914400"/>
          </a:xfrm>
        </p:spPr>
        <p:txBody>
          <a:bodyPr/>
          <a:lstStyle/>
          <a:p>
            <a:r>
              <a:rPr lang="he-IL" sz="2000" dirty="0">
                <a:latin typeface="+mn-lt"/>
                <a:cs typeface="+mn-cs"/>
              </a:rPr>
              <a:t>לא? 7 פאזות וסיימתים את התרגיל</a:t>
            </a:r>
            <a:endParaRPr lang="he-IL" dirty="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635652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Technology Consulting _ by Slidesgo</Template>
  <TotalTime>104</TotalTime>
  <Words>207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Barlow Semi Condensed</vt:lpstr>
      <vt:lpstr>Barlow Semi Condensed Medium</vt:lpstr>
      <vt:lpstr>Fjalla One</vt:lpstr>
      <vt:lpstr>Proxima Nova</vt:lpstr>
      <vt:lpstr>Proxima Nova Semibold</vt:lpstr>
      <vt:lpstr>Roboto Condensed Light</vt:lpstr>
      <vt:lpstr>Technology Consulting by Slidesgo</vt:lpstr>
      <vt:lpstr>Slidesgo Final Pages</vt:lpstr>
      <vt:lpstr>UVM Sequence &amp; Sequencer</vt:lpstr>
      <vt:lpstr>uvm sequence communication</vt:lpstr>
      <vt:lpstr>uvm sequence communication</vt:lpstr>
      <vt:lpstr>uvm sequence communication</vt:lpstr>
      <vt:lpstr>uvm sequence communication</vt:lpstr>
      <vt:lpstr>Virtual Sequencer</vt:lpstr>
      <vt:lpstr>Virtual Sequence</vt:lpstr>
      <vt:lpstr>שאלות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UVM Sequence &amp; Sequencer</dc:title>
  <dc:creator>ליאור סבא</dc:creator>
  <cp:lastModifiedBy>ליאור סבא</cp:lastModifiedBy>
  <cp:revision>15</cp:revision>
  <dcterms:created xsi:type="dcterms:W3CDTF">2022-12-04T07:11:26Z</dcterms:created>
  <dcterms:modified xsi:type="dcterms:W3CDTF">2022-12-09T06:02:34Z</dcterms:modified>
</cp:coreProperties>
</file>