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9"/>
  </p:notesMasterIdLst>
  <p:sldIdLst>
    <p:sldId id="304" r:id="rId2"/>
    <p:sldId id="310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24" r:id="rId11"/>
    <p:sldId id="320" r:id="rId12"/>
    <p:sldId id="319" r:id="rId13"/>
    <p:sldId id="321" r:id="rId14"/>
    <p:sldId id="325" r:id="rId15"/>
    <p:sldId id="326" r:id="rId16"/>
    <p:sldId id="322" r:id="rId17"/>
    <p:sldId id="323" r:id="rId18"/>
  </p:sldIdLst>
  <p:sldSz cx="9144000" cy="5143500" type="screen16x9"/>
  <p:notesSz cx="6858000" cy="9144000"/>
  <p:embeddedFontLst>
    <p:embeddedFont>
      <p:font typeface="Barlow Semi Condensed" panose="00000506000000000000" pitchFamily="2" charset="0"/>
      <p:regular r:id="rId20"/>
      <p:bold r:id="rId21"/>
      <p:italic r:id="rId22"/>
      <p:boldItalic r:id="rId23"/>
    </p:embeddedFont>
    <p:embeddedFont>
      <p:font typeface="Barlow Semi Condensed Medium" panose="00000606000000000000" pitchFamily="2" charset="0"/>
      <p:regular r:id="rId24"/>
      <p:bold r:id="rId25"/>
      <p:italic r:id="rId26"/>
      <p:boldItalic r:id="rId27"/>
    </p:embeddedFont>
    <p:embeddedFont>
      <p:font typeface="Fjalla One" panose="02000506040000020004" pitchFamily="2" charset="0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4949"/>
    <a:srgbClr val="F3F3F3"/>
    <a:srgbClr val="77C6FC"/>
    <a:srgbClr val="BBE3FE"/>
    <a:srgbClr val="7A7A7A"/>
    <a:srgbClr val="DDF1FE"/>
    <a:srgbClr val="4777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52BEF9-57A0-47F4-A3F1-5EFF1BF0C334}" v="120" dt="2022-12-10T10:07:18.027"/>
  </p1510:revLst>
</p1510:revInfo>
</file>

<file path=ppt/tableStyles.xml><?xml version="1.0" encoding="utf-8"?>
<a:tblStyleLst xmlns:a="http://schemas.openxmlformats.org/drawingml/2006/main" def="{F1B9FDCA-2907-4143-8DAD-77841040C8B5}">
  <a:tblStyle styleId="{F1B9FDCA-2907-4143-8DAD-77841040C8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48" autoAdjust="0"/>
    <p:restoredTop sz="94660"/>
  </p:normalViewPr>
  <p:slideViewPr>
    <p:cSldViewPr snapToGrid="0" showGuides="1">
      <p:cViewPr>
        <p:scale>
          <a:sx n="118" d="100"/>
          <a:sy n="118" d="100"/>
        </p:scale>
        <p:origin x="510" y="45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ליאור סבא" userId="e1cd7a83edcf4a9e" providerId="LiveId" clId="{BB52BEF9-57A0-47F4-A3F1-5EFF1BF0C334}"/>
    <pc:docChg chg="undo redo custSel addSld delSld modSld sldOrd delMainMaster">
      <pc:chgData name="ליאור סבא" userId="e1cd7a83edcf4a9e" providerId="LiveId" clId="{BB52BEF9-57A0-47F4-A3F1-5EFF1BF0C334}" dt="2022-12-10T10:07:51.098" v="2319" actId="47"/>
      <pc:docMkLst>
        <pc:docMk/>
      </pc:docMkLst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57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58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59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60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61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62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63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64"/>
        </pc:sldMkLst>
      </pc:sldChg>
      <pc:sldChg chg="addSp delSp modSp del mod">
        <pc:chgData name="ליאור סבא" userId="e1cd7a83edcf4a9e" providerId="LiveId" clId="{BB52BEF9-57A0-47F4-A3F1-5EFF1BF0C334}" dt="2022-12-10T10:07:51.098" v="2319" actId="47"/>
        <pc:sldMkLst>
          <pc:docMk/>
          <pc:sldMk cId="0" sldId="265"/>
        </pc:sldMkLst>
        <pc:spChg chg="add del mod ord">
          <ac:chgData name="ליאור סבא" userId="e1cd7a83edcf4a9e" providerId="LiveId" clId="{BB52BEF9-57A0-47F4-A3F1-5EFF1BF0C334}" dt="2022-12-10T08:32:44.187" v="174"/>
          <ac:spMkLst>
            <pc:docMk/>
            <pc:sldMk cId="0" sldId="265"/>
            <ac:spMk id="2" creationId="{179558C5-D89C-BB17-6186-5830F5C18789}"/>
          </ac:spMkLst>
        </pc:spChg>
        <pc:spChg chg="del mod ord">
          <ac:chgData name="ליאור סבא" userId="e1cd7a83edcf4a9e" providerId="LiveId" clId="{BB52BEF9-57A0-47F4-A3F1-5EFF1BF0C334}" dt="2022-12-10T08:32:55.556" v="180" actId="21"/>
          <ac:spMkLst>
            <pc:docMk/>
            <pc:sldMk cId="0" sldId="265"/>
            <ac:spMk id="3" creationId="{8CD92815-9B08-E73A-6828-7BF966ECB1E9}"/>
          </ac:spMkLst>
        </pc:spChg>
        <pc:spChg chg="del mod topLvl">
          <ac:chgData name="ליאור סבא" userId="e1cd7a83edcf4a9e" providerId="LiveId" clId="{BB52BEF9-57A0-47F4-A3F1-5EFF1BF0C334}" dt="2022-12-10T08:32:44.187" v="174"/>
          <ac:spMkLst>
            <pc:docMk/>
            <pc:sldMk cId="0" sldId="265"/>
            <ac:spMk id="2327" creationId="{00000000-0000-0000-0000-000000000000}"/>
          </ac:spMkLst>
        </pc:spChg>
        <pc:spChg chg="del topLvl">
          <ac:chgData name="ליאור סבא" userId="e1cd7a83edcf4a9e" providerId="LiveId" clId="{BB52BEF9-57A0-47F4-A3F1-5EFF1BF0C334}" dt="2022-12-10T08:32:08.949" v="167" actId="478"/>
          <ac:spMkLst>
            <pc:docMk/>
            <pc:sldMk cId="0" sldId="265"/>
            <ac:spMk id="2328" creationId="{00000000-0000-0000-0000-000000000000}"/>
          </ac:spMkLst>
        </pc:spChg>
        <pc:grpChg chg="del">
          <ac:chgData name="ליאור סבא" userId="e1cd7a83edcf4a9e" providerId="LiveId" clId="{BB52BEF9-57A0-47F4-A3F1-5EFF1BF0C334}" dt="2022-12-10T08:32:08.949" v="167" actId="478"/>
          <ac:grpSpMkLst>
            <pc:docMk/>
            <pc:sldMk cId="0" sldId="265"/>
            <ac:grpSpMk id="2326" creationId="{00000000-0000-0000-0000-000000000000}"/>
          </ac:grpSpMkLst>
        </pc:grpChg>
        <pc:picChg chg="mod">
          <ac:chgData name="ליאור סבא" userId="e1cd7a83edcf4a9e" providerId="LiveId" clId="{BB52BEF9-57A0-47F4-A3F1-5EFF1BF0C334}" dt="2022-12-10T08:32:54.334" v="179" actId="1076"/>
          <ac:picMkLst>
            <pc:docMk/>
            <pc:sldMk cId="0" sldId="265"/>
            <ac:picMk id="2331" creationId="{00000000-0000-0000-0000-000000000000}"/>
          </ac:picMkLst>
        </pc:picChg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66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67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68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69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70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71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72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73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74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75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76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77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78"/>
        </pc:sldMkLst>
      </pc:sldChg>
      <pc:sldChg chg="addSp delSp modSp del">
        <pc:chgData name="ליאור סבא" userId="e1cd7a83edcf4a9e" providerId="LiveId" clId="{BB52BEF9-57A0-47F4-A3F1-5EFF1BF0C334}" dt="2022-12-10T10:07:51.098" v="2319" actId="47"/>
        <pc:sldMkLst>
          <pc:docMk/>
          <pc:sldMk cId="0" sldId="279"/>
        </pc:sldMkLst>
        <pc:picChg chg="add del mod">
          <ac:chgData name="ליאור סבא" userId="e1cd7a83edcf4a9e" providerId="LiveId" clId="{BB52BEF9-57A0-47F4-A3F1-5EFF1BF0C334}" dt="2022-12-10T08:22:14.082" v="116" actId="478"/>
          <ac:picMkLst>
            <pc:docMk/>
            <pc:sldMk cId="0" sldId="279"/>
            <ac:picMk id="2050" creationId="{D15B1127-E6D9-66B5-F792-3FD1131B9539}"/>
          </ac:picMkLst>
        </pc:picChg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80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81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82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83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84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85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86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87"/>
        </pc:sldMkLst>
      </pc:sldChg>
      <pc:sldChg chg="addSp delSp modSp del mod">
        <pc:chgData name="ליאור סבא" userId="e1cd7a83edcf4a9e" providerId="LiveId" clId="{BB52BEF9-57A0-47F4-A3F1-5EFF1BF0C334}" dt="2022-12-10T10:07:51.098" v="2319" actId="47"/>
        <pc:sldMkLst>
          <pc:docMk/>
          <pc:sldMk cId="0" sldId="288"/>
        </pc:sldMkLst>
        <pc:picChg chg="add del mod">
          <ac:chgData name="ליאור סבא" userId="e1cd7a83edcf4a9e" providerId="LiveId" clId="{BB52BEF9-57A0-47F4-A3F1-5EFF1BF0C334}" dt="2022-12-10T08:30:31.774" v="136" actId="21"/>
          <ac:picMkLst>
            <pc:docMk/>
            <pc:sldMk cId="0" sldId="288"/>
            <ac:picMk id="5" creationId="{263B7837-6ECD-8DDF-BDF5-14199E5798A7}"/>
          </ac:picMkLst>
        </pc:picChg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89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90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91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92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93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94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95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96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97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98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299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300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301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302"/>
        </pc:sldMkLst>
      </pc:sldChg>
      <pc:sldChg chg="del">
        <pc:chgData name="ליאור סבא" userId="e1cd7a83edcf4a9e" providerId="LiveId" clId="{BB52BEF9-57A0-47F4-A3F1-5EFF1BF0C334}" dt="2022-12-10T10:07:51.098" v="2319" actId="47"/>
        <pc:sldMkLst>
          <pc:docMk/>
          <pc:sldMk cId="0" sldId="303"/>
        </pc:sldMkLst>
      </pc:sldChg>
      <pc:sldChg chg="delSp modSp mod">
        <pc:chgData name="ליאור סבא" userId="e1cd7a83edcf4a9e" providerId="LiveId" clId="{BB52BEF9-57A0-47F4-A3F1-5EFF1BF0C334}" dt="2022-12-10T09:59:00.643" v="2000" actId="20577"/>
        <pc:sldMkLst>
          <pc:docMk/>
          <pc:sldMk cId="1250221605" sldId="310"/>
        </pc:sldMkLst>
        <pc:spChg chg="mod">
          <ac:chgData name="ליאור סבא" userId="e1cd7a83edcf4a9e" providerId="LiveId" clId="{BB52BEF9-57A0-47F4-A3F1-5EFF1BF0C334}" dt="2022-12-10T09:47:41.754" v="1728" actId="1076"/>
          <ac:spMkLst>
            <pc:docMk/>
            <pc:sldMk cId="1250221605" sldId="310"/>
            <ac:spMk id="5" creationId="{D363689B-0086-6387-1C29-B7D639363C3F}"/>
          </ac:spMkLst>
        </pc:spChg>
        <pc:spChg chg="del">
          <ac:chgData name="ליאור סבא" userId="e1cd7a83edcf4a9e" providerId="LiveId" clId="{BB52BEF9-57A0-47F4-A3F1-5EFF1BF0C334}" dt="2022-12-10T09:58:57.932" v="1994" actId="478"/>
          <ac:spMkLst>
            <pc:docMk/>
            <pc:sldMk cId="1250221605" sldId="310"/>
            <ac:spMk id="29" creationId="{8605ED6C-FCF9-8998-2ECE-DE28A5677BA7}"/>
          </ac:spMkLst>
        </pc:spChg>
        <pc:spChg chg="mod">
          <ac:chgData name="ליאור סבא" userId="e1cd7a83edcf4a9e" providerId="LiveId" clId="{BB52BEF9-57A0-47F4-A3F1-5EFF1BF0C334}" dt="2022-12-10T09:59:00.643" v="2000" actId="20577"/>
          <ac:spMkLst>
            <pc:docMk/>
            <pc:sldMk cId="1250221605" sldId="310"/>
            <ac:spMk id="31" creationId="{1F0FA23C-AA21-F99C-543D-A7C304CA905D}"/>
          </ac:spMkLst>
        </pc:spChg>
        <pc:cxnChg chg="mod">
          <ac:chgData name="ליאור סבא" userId="e1cd7a83edcf4a9e" providerId="LiveId" clId="{BB52BEF9-57A0-47F4-A3F1-5EFF1BF0C334}" dt="2022-12-10T09:47:41.754" v="1728" actId="1076"/>
          <ac:cxnSpMkLst>
            <pc:docMk/>
            <pc:sldMk cId="1250221605" sldId="310"/>
            <ac:cxnSpMk id="26" creationId="{AACEF3C4-8C55-E134-9CB2-7B3E00A58875}"/>
          </ac:cxnSpMkLst>
        </pc:cxnChg>
        <pc:cxnChg chg="mod">
          <ac:chgData name="ליאור סבא" userId="e1cd7a83edcf4a9e" providerId="LiveId" clId="{BB52BEF9-57A0-47F4-A3F1-5EFF1BF0C334}" dt="2022-12-10T09:47:41.754" v="1728" actId="1076"/>
          <ac:cxnSpMkLst>
            <pc:docMk/>
            <pc:sldMk cId="1250221605" sldId="310"/>
            <ac:cxnSpMk id="30" creationId="{7764C57C-F83D-50FB-0933-5365BD547833}"/>
          </ac:cxnSpMkLst>
        </pc:cxnChg>
        <pc:cxnChg chg="mod">
          <ac:chgData name="ליאור סבא" userId="e1cd7a83edcf4a9e" providerId="LiveId" clId="{BB52BEF9-57A0-47F4-A3F1-5EFF1BF0C334}" dt="2022-12-10T09:47:41.754" v="1728" actId="1076"/>
          <ac:cxnSpMkLst>
            <pc:docMk/>
            <pc:sldMk cId="1250221605" sldId="310"/>
            <ac:cxnSpMk id="38" creationId="{5574DAAF-547E-C9DF-A097-ED431CCC6BFE}"/>
          </ac:cxnSpMkLst>
        </pc:cxnChg>
      </pc:sldChg>
      <pc:sldChg chg="addSp modSp">
        <pc:chgData name="ליאור סבא" userId="e1cd7a83edcf4a9e" providerId="LiveId" clId="{BB52BEF9-57A0-47F4-A3F1-5EFF1BF0C334}" dt="2022-12-10T08:16:17.605" v="1" actId="164"/>
        <pc:sldMkLst>
          <pc:docMk/>
          <pc:sldMk cId="3894854476" sldId="312"/>
        </pc:sldMkLst>
        <pc:spChg chg="mod">
          <ac:chgData name="ליאור סבא" userId="e1cd7a83edcf4a9e" providerId="LiveId" clId="{BB52BEF9-57A0-47F4-A3F1-5EFF1BF0C334}" dt="2022-12-10T08:16:17.605" v="1" actId="164"/>
          <ac:spMkLst>
            <pc:docMk/>
            <pc:sldMk cId="3894854476" sldId="312"/>
            <ac:spMk id="60" creationId="{D2F6382F-3A9C-095F-516C-9D3287D85E48}"/>
          </ac:spMkLst>
        </pc:spChg>
        <pc:spChg chg="mod">
          <ac:chgData name="ליאור סבא" userId="e1cd7a83edcf4a9e" providerId="LiveId" clId="{BB52BEF9-57A0-47F4-A3F1-5EFF1BF0C334}" dt="2022-12-10T08:16:17.605" v="1" actId="164"/>
          <ac:spMkLst>
            <pc:docMk/>
            <pc:sldMk cId="3894854476" sldId="312"/>
            <ac:spMk id="61" creationId="{629508B0-E491-BBF2-99BD-B370A5FF0A35}"/>
          </ac:spMkLst>
        </pc:spChg>
        <pc:spChg chg="mod">
          <ac:chgData name="ליאור סבא" userId="e1cd7a83edcf4a9e" providerId="LiveId" clId="{BB52BEF9-57A0-47F4-A3F1-5EFF1BF0C334}" dt="2022-12-10T08:16:17.605" v="1" actId="164"/>
          <ac:spMkLst>
            <pc:docMk/>
            <pc:sldMk cId="3894854476" sldId="312"/>
            <ac:spMk id="63" creationId="{93C821DE-6016-0C0D-584B-F5D56FC7AEE1}"/>
          </ac:spMkLst>
        </pc:spChg>
        <pc:spChg chg="mod">
          <ac:chgData name="ליאור סבא" userId="e1cd7a83edcf4a9e" providerId="LiveId" clId="{BB52BEF9-57A0-47F4-A3F1-5EFF1BF0C334}" dt="2022-12-10T08:16:17.605" v="1" actId="164"/>
          <ac:spMkLst>
            <pc:docMk/>
            <pc:sldMk cId="3894854476" sldId="312"/>
            <ac:spMk id="64" creationId="{82235F02-29C3-9DC7-E129-69392974831D}"/>
          </ac:spMkLst>
        </pc:spChg>
        <pc:grpChg chg="add mod">
          <ac:chgData name="ליאור סבא" userId="e1cd7a83edcf4a9e" providerId="LiveId" clId="{BB52BEF9-57A0-47F4-A3F1-5EFF1BF0C334}" dt="2022-12-10T08:16:17.605" v="1" actId="164"/>
          <ac:grpSpMkLst>
            <pc:docMk/>
            <pc:sldMk cId="3894854476" sldId="312"/>
            <ac:grpSpMk id="70" creationId="{95899D63-A055-8EA3-5B24-11E1140488F6}"/>
          </ac:grpSpMkLst>
        </pc:grpChg>
        <pc:cxnChg chg="mod">
          <ac:chgData name="ליאור סבא" userId="e1cd7a83edcf4a9e" providerId="LiveId" clId="{BB52BEF9-57A0-47F4-A3F1-5EFF1BF0C334}" dt="2022-12-10T08:16:17.605" v="1" actId="164"/>
          <ac:cxnSpMkLst>
            <pc:docMk/>
            <pc:sldMk cId="3894854476" sldId="312"/>
            <ac:cxnSpMk id="66" creationId="{3776CDB5-3093-5455-C357-CAC79575D8FE}"/>
          </ac:cxnSpMkLst>
        </pc:cxnChg>
      </pc:sldChg>
      <pc:sldChg chg="addSp modSp">
        <pc:chgData name="ליאור סבא" userId="e1cd7a83edcf4a9e" providerId="LiveId" clId="{BB52BEF9-57A0-47F4-A3F1-5EFF1BF0C334}" dt="2022-12-10T08:16:13.109" v="0" actId="164"/>
        <pc:sldMkLst>
          <pc:docMk/>
          <pc:sldMk cId="2579389501" sldId="313"/>
        </pc:sldMkLst>
        <pc:spChg chg="mod">
          <ac:chgData name="ליאור סבא" userId="e1cd7a83edcf4a9e" providerId="LiveId" clId="{BB52BEF9-57A0-47F4-A3F1-5EFF1BF0C334}" dt="2022-12-10T08:16:13.109" v="0" actId="164"/>
          <ac:spMkLst>
            <pc:docMk/>
            <pc:sldMk cId="2579389501" sldId="313"/>
            <ac:spMk id="63" creationId="{5CDDCFAB-3DBC-6DC3-3AE6-23AA8382A220}"/>
          </ac:spMkLst>
        </pc:spChg>
        <pc:spChg chg="mod">
          <ac:chgData name="ליאור סבא" userId="e1cd7a83edcf4a9e" providerId="LiveId" clId="{BB52BEF9-57A0-47F4-A3F1-5EFF1BF0C334}" dt="2022-12-10T08:16:13.109" v="0" actId="164"/>
          <ac:spMkLst>
            <pc:docMk/>
            <pc:sldMk cId="2579389501" sldId="313"/>
            <ac:spMk id="64" creationId="{907A5EF2-BB06-780D-2541-1692C703178A}"/>
          </ac:spMkLst>
        </pc:spChg>
        <pc:spChg chg="mod">
          <ac:chgData name="ליאור סבא" userId="e1cd7a83edcf4a9e" providerId="LiveId" clId="{BB52BEF9-57A0-47F4-A3F1-5EFF1BF0C334}" dt="2022-12-10T08:16:13.109" v="0" actId="164"/>
          <ac:spMkLst>
            <pc:docMk/>
            <pc:sldMk cId="2579389501" sldId="313"/>
            <ac:spMk id="65" creationId="{37CE0382-E82F-CACA-8BB5-CB07B4252BAE}"/>
          </ac:spMkLst>
        </pc:spChg>
        <pc:spChg chg="mod">
          <ac:chgData name="ליאור סבא" userId="e1cd7a83edcf4a9e" providerId="LiveId" clId="{BB52BEF9-57A0-47F4-A3F1-5EFF1BF0C334}" dt="2022-12-10T08:16:13.109" v="0" actId="164"/>
          <ac:spMkLst>
            <pc:docMk/>
            <pc:sldMk cId="2579389501" sldId="313"/>
            <ac:spMk id="66" creationId="{2A2C61FE-62E4-9C70-873D-68C0001CE19A}"/>
          </ac:spMkLst>
        </pc:spChg>
        <pc:grpChg chg="add mod">
          <ac:chgData name="ליאור סבא" userId="e1cd7a83edcf4a9e" providerId="LiveId" clId="{BB52BEF9-57A0-47F4-A3F1-5EFF1BF0C334}" dt="2022-12-10T08:16:13.109" v="0" actId="164"/>
          <ac:grpSpMkLst>
            <pc:docMk/>
            <pc:sldMk cId="2579389501" sldId="313"/>
            <ac:grpSpMk id="69" creationId="{C9EA1F09-CFDA-ED17-9CFE-83310BFA759C}"/>
          </ac:grpSpMkLst>
        </pc:grpChg>
        <pc:cxnChg chg="mod">
          <ac:chgData name="ליאור סבא" userId="e1cd7a83edcf4a9e" providerId="LiveId" clId="{BB52BEF9-57A0-47F4-A3F1-5EFF1BF0C334}" dt="2022-12-10T08:16:13.109" v="0" actId="164"/>
          <ac:cxnSpMkLst>
            <pc:docMk/>
            <pc:sldMk cId="2579389501" sldId="313"/>
            <ac:cxnSpMk id="67" creationId="{2144D3DA-F51A-42B0-E719-E5F3F8035DEA}"/>
          </ac:cxnSpMkLst>
        </pc:cxnChg>
      </pc:sldChg>
      <pc:sldChg chg="modSp mod">
        <pc:chgData name="ליאור סבא" userId="e1cd7a83edcf4a9e" providerId="LiveId" clId="{BB52BEF9-57A0-47F4-A3F1-5EFF1BF0C334}" dt="2022-12-10T08:17:10.408" v="80" actId="20577"/>
        <pc:sldMkLst>
          <pc:docMk/>
          <pc:sldMk cId="2321362109" sldId="315"/>
        </pc:sldMkLst>
        <pc:spChg chg="mod">
          <ac:chgData name="ליאור סבא" userId="e1cd7a83edcf4a9e" providerId="LiveId" clId="{BB52BEF9-57A0-47F4-A3F1-5EFF1BF0C334}" dt="2022-12-10T08:17:10.408" v="80" actId="20577"/>
          <ac:spMkLst>
            <pc:docMk/>
            <pc:sldMk cId="2321362109" sldId="315"/>
            <ac:spMk id="60" creationId="{6147238B-63CC-D92C-F2A9-0DB8B6FBA2DD}"/>
          </ac:spMkLst>
        </pc:spChg>
      </pc:sldChg>
      <pc:sldChg chg="addSp delSp modSp new mod ord modClrScheme delAnim modAnim chgLayout">
        <pc:chgData name="ליאור סבא" userId="e1cd7a83edcf4a9e" providerId="LiveId" clId="{BB52BEF9-57A0-47F4-A3F1-5EFF1BF0C334}" dt="2022-12-10T09:57:06.438" v="1975" actId="14100"/>
        <pc:sldMkLst>
          <pc:docMk/>
          <pc:sldMk cId="91867980" sldId="317"/>
        </pc:sldMkLst>
        <pc:spChg chg="del mod ord">
          <ac:chgData name="ליאור סבא" userId="e1cd7a83edcf4a9e" providerId="LiveId" clId="{BB52BEF9-57A0-47F4-A3F1-5EFF1BF0C334}" dt="2022-12-10T08:19:04.535" v="82" actId="700"/>
          <ac:spMkLst>
            <pc:docMk/>
            <pc:sldMk cId="91867980" sldId="317"/>
            <ac:spMk id="2" creationId="{12ED8003-094D-8814-234A-5FF980132260}"/>
          </ac:spMkLst>
        </pc:spChg>
        <pc:spChg chg="add mod ord">
          <ac:chgData name="ליאור סבא" userId="e1cd7a83edcf4a9e" providerId="LiveId" clId="{BB52BEF9-57A0-47F4-A3F1-5EFF1BF0C334}" dt="2022-12-10T09:46:21.403" v="1709" actId="700"/>
          <ac:spMkLst>
            <pc:docMk/>
            <pc:sldMk cId="91867980" sldId="317"/>
            <ac:spMk id="3" creationId="{D14507A3-824F-70FB-7CB2-77D13CF930F8}"/>
          </ac:spMkLst>
        </pc:spChg>
        <pc:spChg chg="add mod topLvl">
          <ac:chgData name="ליאור סבא" userId="e1cd7a83edcf4a9e" providerId="LiveId" clId="{BB52BEF9-57A0-47F4-A3F1-5EFF1BF0C334}" dt="2022-12-10T09:56:36.920" v="1965" actId="21"/>
          <ac:spMkLst>
            <pc:docMk/>
            <pc:sldMk cId="91867980" sldId="317"/>
            <ac:spMk id="4" creationId="{889D3B3B-B515-9875-217B-EF02E6D3D0CE}"/>
          </ac:spMkLst>
        </pc:spChg>
        <pc:spChg chg="add mod topLvl">
          <ac:chgData name="ליאור סבא" userId="e1cd7a83edcf4a9e" providerId="LiveId" clId="{BB52BEF9-57A0-47F4-A3F1-5EFF1BF0C334}" dt="2022-12-10T09:57:01.256" v="1972" actId="6549"/>
          <ac:spMkLst>
            <pc:docMk/>
            <pc:sldMk cId="91867980" sldId="317"/>
            <ac:spMk id="6" creationId="{9333D201-1D1E-35C6-AD9A-B7015F7006D9}"/>
          </ac:spMkLst>
        </pc:spChg>
        <pc:spChg chg="add mod topLvl">
          <ac:chgData name="ליאור סבא" userId="e1cd7a83edcf4a9e" providerId="LiveId" clId="{BB52BEF9-57A0-47F4-A3F1-5EFF1BF0C334}" dt="2022-12-10T09:56:27.974" v="1964" actId="165"/>
          <ac:spMkLst>
            <pc:docMk/>
            <pc:sldMk cId="91867980" sldId="317"/>
            <ac:spMk id="7" creationId="{3A678EDC-7084-FAB1-5583-BE03CF41A7FC}"/>
          </ac:spMkLst>
        </pc:spChg>
        <pc:spChg chg="add mod topLvl">
          <ac:chgData name="ליאור סבא" userId="e1cd7a83edcf4a9e" providerId="LiveId" clId="{BB52BEF9-57A0-47F4-A3F1-5EFF1BF0C334}" dt="2022-12-10T09:56:27.974" v="1964" actId="165"/>
          <ac:spMkLst>
            <pc:docMk/>
            <pc:sldMk cId="91867980" sldId="317"/>
            <ac:spMk id="8" creationId="{C0A09F58-73D9-AD3F-1975-5E03CDBDCE56}"/>
          </ac:spMkLst>
        </pc:spChg>
        <pc:spChg chg="add mod topLvl">
          <ac:chgData name="ליאור סבא" userId="e1cd7a83edcf4a9e" providerId="LiveId" clId="{BB52BEF9-57A0-47F4-A3F1-5EFF1BF0C334}" dt="2022-12-10T09:56:27.974" v="1964" actId="165"/>
          <ac:spMkLst>
            <pc:docMk/>
            <pc:sldMk cId="91867980" sldId="317"/>
            <ac:spMk id="9" creationId="{358F811A-F98B-5A3B-CFB3-81DD65F81D34}"/>
          </ac:spMkLst>
        </pc:spChg>
        <pc:spChg chg="add del mod">
          <ac:chgData name="ליאור סבא" userId="e1cd7a83edcf4a9e" providerId="LiveId" clId="{BB52BEF9-57A0-47F4-A3F1-5EFF1BF0C334}" dt="2022-12-10T09:52:10.979" v="1943" actId="478"/>
          <ac:spMkLst>
            <pc:docMk/>
            <pc:sldMk cId="91867980" sldId="317"/>
            <ac:spMk id="13" creationId="{CCCA4E03-8B0C-6B21-C1B5-8EBE12B55CB3}"/>
          </ac:spMkLst>
        </pc:spChg>
        <pc:spChg chg="add mod">
          <ac:chgData name="ליאור סבא" userId="e1cd7a83edcf4a9e" providerId="LiveId" clId="{BB52BEF9-57A0-47F4-A3F1-5EFF1BF0C334}" dt="2022-12-10T09:52:03.130" v="1942" actId="1035"/>
          <ac:spMkLst>
            <pc:docMk/>
            <pc:sldMk cId="91867980" sldId="317"/>
            <ac:spMk id="14" creationId="{1ADE74AF-3CE8-FE5C-9013-914E1B363879}"/>
          </ac:spMkLst>
        </pc:spChg>
        <pc:spChg chg="add mod">
          <ac:chgData name="ליאור סבא" userId="e1cd7a83edcf4a9e" providerId="LiveId" clId="{BB52BEF9-57A0-47F4-A3F1-5EFF1BF0C334}" dt="2022-12-10T09:56:57.030" v="1970"/>
          <ac:spMkLst>
            <pc:docMk/>
            <pc:sldMk cId="91867980" sldId="317"/>
            <ac:spMk id="16" creationId="{8177D53C-52EC-F4B1-584A-5EF272C5B637}"/>
          </ac:spMkLst>
        </pc:spChg>
        <pc:spChg chg="add mod">
          <ac:chgData name="ליאור סבא" userId="e1cd7a83edcf4a9e" providerId="LiveId" clId="{BB52BEF9-57A0-47F4-A3F1-5EFF1BF0C334}" dt="2022-12-10T09:57:06.438" v="1975" actId="14100"/>
          <ac:spMkLst>
            <pc:docMk/>
            <pc:sldMk cId="91867980" sldId="317"/>
            <ac:spMk id="18" creationId="{2AEE4B77-475E-21A2-6A32-44447020B085}"/>
          </ac:spMkLst>
        </pc:spChg>
        <pc:grpChg chg="add del mod">
          <ac:chgData name="ליאור סבא" userId="e1cd7a83edcf4a9e" providerId="LiveId" clId="{BB52BEF9-57A0-47F4-A3F1-5EFF1BF0C334}" dt="2022-12-10T09:56:27.974" v="1964" actId="165"/>
          <ac:grpSpMkLst>
            <pc:docMk/>
            <pc:sldMk cId="91867980" sldId="317"/>
            <ac:grpSpMk id="12" creationId="{77EC9636-FB1A-8E77-6535-57A4ECE889D7}"/>
          </ac:grpSpMkLst>
        </pc:grpChg>
        <pc:cxnChg chg="add del mod">
          <ac:chgData name="ליאור סבא" userId="e1cd7a83edcf4a9e" providerId="LiveId" clId="{BB52BEF9-57A0-47F4-A3F1-5EFF1BF0C334}" dt="2022-12-10T09:46:42.975" v="1716" actId="478"/>
          <ac:cxnSpMkLst>
            <pc:docMk/>
            <pc:sldMk cId="91867980" sldId="317"/>
            <ac:cxnSpMk id="5" creationId="{851EB514-B2B4-A91C-AAE6-32B8B50978EA}"/>
          </ac:cxnSpMkLst>
        </pc:cxnChg>
        <pc:cxnChg chg="add mod topLvl">
          <ac:chgData name="ליאור סבא" userId="e1cd7a83edcf4a9e" providerId="LiveId" clId="{BB52BEF9-57A0-47F4-A3F1-5EFF1BF0C334}" dt="2022-12-10T09:56:27.974" v="1964" actId="165"/>
          <ac:cxnSpMkLst>
            <pc:docMk/>
            <pc:sldMk cId="91867980" sldId="317"/>
            <ac:cxnSpMk id="10" creationId="{D3BA03C6-83AF-05D1-C786-81C15C9FC7A5}"/>
          </ac:cxnSpMkLst>
        </pc:cxnChg>
      </pc:sldChg>
      <pc:sldChg chg="addSp delSp modSp add del mod">
        <pc:chgData name="ליאור סבא" userId="e1cd7a83edcf4a9e" providerId="LiveId" clId="{BB52BEF9-57A0-47F4-A3F1-5EFF1BF0C334}" dt="2022-12-10T08:37:12.619" v="339" actId="47"/>
        <pc:sldMkLst>
          <pc:docMk/>
          <pc:sldMk cId="4199792084" sldId="318"/>
        </pc:sldMkLst>
        <pc:spChg chg="mod ord">
          <ac:chgData name="ליאור סבא" userId="e1cd7a83edcf4a9e" providerId="LiveId" clId="{BB52BEF9-57A0-47F4-A3F1-5EFF1BF0C334}" dt="2022-12-10T08:33:14.410" v="189" actId="164"/>
          <ac:spMkLst>
            <pc:docMk/>
            <pc:sldMk cId="4199792084" sldId="318"/>
            <ac:spMk id="4" creationId="{B1DEE01B-A2AC-0F63-AA4F-AF17EA7B73C7}"/>
          </ac:spMkLst>
        </pc:spChg>
        <pc:spChg chg="add del mod ord">
          <ac:chgData name="ליאור סבא" userId="e1cd7a83edcf4a9e" providerId="LiveId" clId="{BB52BEF9-57A0-47F4-A3F1-5EFF1BF0C334}" dt="2022-12-10T08:31:57.405" v="160" actId="11529"/>
          <ac:spMkLst>
            <pc:docMk/>
            <pc:sldMk cId="4199792084" sldId="318"/>
            <ac:spMk id="6" creationId="{D5CC16D2-2BE4-30B7-80ED-F0FDFC1048F3}"/>
          </ac:spMkLst>
        </pc:spChg>
        <pc:spChg chg="add mod">
          <ac:chgData name="ליאור סבא" userId="e1cd7a83edcf4a9e" providerId="LiveId" clId="{BB52BEF9-57A0-47F4-A3F1-5EFF1BF0C334}" dt="2022-12-10T08:33:28.839" v="193" actId="14100"/>
          <ac:spMkLst>
            <pc:docMk/>
            <pc:sldMk cId="4199792084" sldId="318"/>
            <ac:spMk id="7" creationId="{D61DC8DB-5133-8A22-FAAC-2DB0B6FC6CA8}"/>
          </ac:spMkLst>
        </pc:spChg>
        <pc:spChg chg="del mod topLvl">
          <ac:chgData name="ליאור סבא" userId="e1cd7a83edcf4a9e" providerId="LiveId" clId="{BB52BEF9-57A0-47F4-A3F1-5EFF1BF0C334}" dt="2022-12-10T08:29:50.442" v="133"/>
          <ac:spMkLst>
            <pc:docMk/>
            <pc:sldMk cId="4199792084" sldId="318"/>
            <ac:spMk id="2327" creationId="{00000000-0000-0000-0000-000000000000}"/>
          </ac:spMkLst>
        </pc:spChg>
        <pc:spChg chg="add del mod topLvl">
          <ac:chgData name="ליאור סבא" userId="e1cd7a83edcf4a9e" providerId="LiveId" clId="{BB52BEF9-57A0-47F4-A3F1-5EFF1BF0C334}" dt="2022-12-10T08:29:50.442" v="133"/>
          <ac:spMkLst>
            <pc:docMk/>
            <pc:sldMk cId="4199792084" sldId="318"/>
            <ac:spMk id="2328" creationId="{00000000-0000-0000-0000-000000000000}"/>
          </ac:spMkLst>
        </pc:spChg>
        <pc:spChg chg="mod ord">
          <ac:chgData name="ליאור סבא" userId="e1cd7a83edcf4a9e" providerId="LiveId" clId="{BB52BEF9-57A0-47F4-A3F1-5EFF1BF0C334}" dt="2022-12-10T08:34:14.339" v="234" actId="6549"/>
          <ac:spMkLst>
            <pc:docMk/>
            <pc:sldMk cId="4199792084" sldId="318"/>
            <ac:spMk id="2330" creationId="{00000000-0000-0000-0000-000000000000}"/>
          </ac:spMkLst>
        </pc:spChg>
        <pc:grpChg chg="add mod">
          <ac:chgData name="ליאור סבא" userId="e1cd7a83edcf4a9e" providerId="LiveId" clId="{BB52BEF9-57A0-47F4-A3F1-5EFF1BF0C334}" dt="2022-12-10T08:33:34.882" v="194" actId="164"/>
          <ac:grpSpMkLst>
            <pc:docMk/>
            <pc:sldMk cId="4199792084" sldId="318"/>
            <ac:grpSpMk id="8" creationId="{B4A089DC-F402-8702-C9F8-057499D0E243}"/>
          </ac:grpSpMkLst>
        </pc:grpChg>
        <pc:grpChg chg="add mod">
          <ac:chgData name="ליאור סבא" userId="e1cd7a83edcf4a9e" providerId="LiveId" clId="{BB52BEF9-57A0-47F4-A3F1-5EFF1BF0C334}" dt="2022-12-10T08:34:23.664" v="248" actId="1038"/>
          <ac:grpSpMkLst>
            <pc:docMk/>
            <pc:sldMk cId="4199792084" sldId="318"/>
            <ac:grpSpMk id="9" creationId="{C8645F10-E642-E260-1E60-4E24987F1A8D}"/>
          </ac:grpSpMkLst>
        </pc:grpChg>
        <pc:grpChg chg="add del">
          <ac:chgData name="ליאור סבא" userId="e1cd7a83edcf4a9e" providerId="LiveId" clId="{BB52BEF9-57A0-47F4-A3F1-5EFF1BF0C334}" dt="2022-12-10T08:29:42.267" v="132" actId="165"/>
          <ac:grpSpMkLst>
            <pc:docMk/>
            <pc:sldMk cId="4199792084" sldId="318"/>
            <ac:grpSpMk id="2326" creationId="{00000000-0000-0000-0000-000000000000}"/>
          </ac:grpSpMkLst>
        </pc:grpChg>
        <pc:picChg chg="add del mod ord">
          <ac:chgData name="ליאור סבא" userId="e1cd7a83edcf4a9e" providerId="LiveId" clId="{BB52BEF9-57A0-47F4-A3F1-5EFF1BF0C334}" dt="2022-12-10T08:32:01.809" v="164" actId="478"/>
          <ac:picMkLst>
            <pc:docMk/>
            <pc:sldMk cId="4199792084" sldId="318"/>
            <ac:picMk id="3" creationId="{0C31D920-0230-778D-2201-7C9CC893A234}"/>
          </ac:picMkLst>
        </pc:picChg>
        <pc:picChg chg="add mod">
          <ac:chgData name="ליאור סבא" userId="e1cd7a83edcf4a9e" providerId="LiveId" clId="{BB52BEF9-57A0-47F4-A3F1-5EFF1BF0C334}" dt="2022-12-10T08:33:34.882" v="194" actId="164"/>
          <ac:picMkLst>
            <pc:docMk/>
            <pc:sldMk cId="4199792084" sldId="318"/>
            <ac:picMk id="5" creationId="{AFC849FC-96A8-FADE-60D7-943EA673A2D0}"/>
          </ac:picMkLst>
        </pc:picChg>
        <pc:picChg chg="del">
          <ac:chgData name="ליאור סבא" userId="e1cd7a83edcf4a9e" providerId="LiveId" clId="{BB52BEF9-57A0-47F4-A3F1-5EFF1BF0C334}" dt="2022-12-10T08:29:16.928" v="126" actId="478"/>
          <ac:picMkLst>
            <pc:docMk/>
            <pc:sldMk cId="4199792084" sldId="318"/>
            <ac:picMk id="2331" creationId="{00000000-0000-0000-0000-000000000000}"/>
          </ac:picMkLst>
        </pc:picChg>
      </pc:sldChg>
      <pc:sldChg chg="addSp delSp modSp add mod modTransition">
        <pc:chgData name="ליאור סבא" userId="e1cd7a83edcf4a9e" providerId="LiveId" clId="{BB52BEF9-57A0-47F4-A3F1-5EFF1BF0C334}" dt="2022-12-10T09:40:57.185" v="1649" actId="1035"/>
        <pc:sldMkLst>
          <pc:docMk/>
          <pc:sldMk cId="822664325" sldId="319"/>
        </pc:sldMkLst>
        <pc:spChg chg="add del mod">
          <ac:chgData name="ליאור סבא" userId="e1cd7a83edcf4a9e" providerId="LiveId" clId="{BB52BEF9-57A0-47F4-A3F1-5EFF1BF0C334}" dt="2022-12-10T08:37:10.080" v="338" actId="478"/>
          <ac:spMkLst>
            <pc:docMk/>
            <pc:sldMk cId="822664325" sldId="319"/>
            <ac:spMk id="10" creationId="{18EDA3FB-6D16-669F-801B-AB91807908E5}"/>
          </ac:spMkLst>
        </pc:spChg>
        <pc:spChg chg="add mod ord">
          <ac:chgData name="ליאור סבא" userId="e1cd7a83edcf4a9e" providerId="LiveId" clId="{BB52BEF9-57A0-47F4-A3F1-5EFF1BF0C334}" dt="2022-12-10T09:40:57.185" v="1649" actId="1035"/>
          <ac:spMkLst>
            <pc:docMk/>
            <pc:sldMk cId="822664325" sldId="319"/>
            <ac:spMk id="11" creationId="{8E8727AA-08C3-4B96-C676-CF257A4A0C51}"/>
          </ac:spMkLst>
        </pc:spChg>
        <pc:spChg chg="add del mod ord topLvl">
          <ac:chgData name="ליאור סבא" userId="e1cd7a83edcf4a9e" providerId="LiveId" clId="{BB52BEF9-57A0-47F4-A3F1-5EFF1BF0C334}" dt="2022-12-10T08:42:49.489" v="538" actId="338"/>
          <ac:spMkLst>
            <pc:docMk/>
            <pc:sldMk cId="822664325" sldId="319"/>
            <ac:spMk id="13" creationId="{84AA8AA1-69A5-6A37-EF24-FB1FB1529266}"/>
          </ac:spMkLst>
        </pc:spChg>
        <pc:spChg chg="add del mod ord topLvl">
          <ac:chgData name="ליאור סבא" userId="e1cd7a83edcf4a9e" providerId="LiveId" clId="{BB52BEF9-57A0-47F4-A3F1-5EFF1BF0C334}" dt="2022-12-10T08:42:49.489" v="538" actId="338"/>
          <ac:spMkLst>
            <pc:docMk/>
            <pc:sldMk cId="822664325" sldId="319"/>
            <ac:spMk id="14" creationId="{649542B8-9E35-7F05-424B-ECB089351CB5}"/>
          </ac:spMkLst>
        </pc:spChg>
        <pc:spChg chg="add del mod">
          <ac:chgData name="ליאור סבא" userId="e1cd7a83edcf4a9e" providerId="LiveId" clId="{BB52BEF9-57A0-47F4-A3F1-5EFF1BF0C334}" dt="2022-12-10T08:38:32.468" v="353" actId="478"/>
          <ac:spMkLst>
            <pc:docMk/>
            <pc:sldMk cId="822664325" sldId="319"/>
            <ac:spMk id="15" creationId="{67540693-78C5-9FF3-8E06-C271F4939911}"/>
          </ac:spMkLst>
        </pc:spChg>
        <pc:spChg chg="add del mod">
          <ac:chgData name="ליאור סבא" userId="e1cd7a83edcf4a9e" providerId="LiveId" clId="{BB52BEF9-57A0-47F4-A3F1-5EFF1BF0C334}" dt="2022-12-10T08:38:34.129" v="354" actId="478"/>
          <ac:spMkLst>
            <pc:docMk/>
            <pc:sldMk cId="822664325" sldId="319"/>
            <ac:spMk id="16" creationId="{85463BF9-9CE0-5FF5-5826-FC5AF2AA6C50}"/>
          </ac:spMkLst>
        </pc:spChg>
        <pc:spChg chg="mod">
          <ac:chgData name="ליאור סבא" userId="e1cd7a83edcf4a9e" providerId="LiveId" clId="{BB52BEF9-57A0-47F4-A3F1-5EFF1BF0C334}" dt="2022-12-10T08:38:24.101" v="348" actId="571"/>
          <ac:spMkLst>
            <pc:docMk/>
            <pc:sldMk cId="822664325" sldId="319"/>
            <ac:spMk id="18" creationId="{D4757040-DFAB-C6B2-D6DF-2087CEAC0930}"/>
          </ac:spMkLst>
        </pc:spChg>
        <pc:spChg chg="mod">
          <ac:chgData name="ליאור סבא" userId="e1cd7a83edcf4a9e" providerId="LiveId" clId="{BB52BEF9-57A0-47F4-A3F1-5EFF1BF0C334}" dt="2022-12-10T08:38:24.101" v="348" actId="571"/>
          <ac:spMkLst>
            <pc:docMk/>
            <pc:sldMk cId="822664325" sldId="319"/>
            <ac:spMk id="19" creationId="{CA0F2264-6D61-D856-BC9D-DFE0CBCD56DB}"/>
          </ac:spMkLst>
        </pc:spChg>
        <pc:spChg chg="add mod">
          <ac:chgData name="ליאור סבא" userId="e1cd7a83edcf4a9e" providerId="LiveId" clId="{BB52BEF9-57A0-47F4-A3F1-5EFF1BF0C334}" dt="2022-12-10T08:38:24.101" v="348" actId="571"/>
          <ac:spMkLst>
            <pc:docMk/>
            <pc:sldMk cId="822664325" sldId="319"/>
            <ac:spMk id="20" creationId="{FA48194D-2175-E503-E09C-D9D6D776D46B}"/>
          </ac:spMkLst>
        </pc:spChg>
        <pc:spChg chg="add mod">
          <ac:chgData name="ליאור סבא" userId="e1cd7a83edcf4a9e" providerId="LiveId" clId="{BB52BEF9-57A0-47F4-A3F1-5EFF1BF0C334}" dt="2022-12-10T08:38:24.101" v="348" actId="571"/>
          <ac:spMkLst>
            <pc:docMk/>
            <pc:sldMk cId="822664325" sldId="319"/>
            <ac:spMk id="21" creationId="{97FF0E43-A472-7C39-BB73-A55F43DF5F8F}"/>
          </ac:spMkLst>
        </pc:spChg>
        <pc:spChg chg="add del mod">
          <ac:chgData name="ליאור סבא" userId="e1cd7a83edcf4a9e" providerId="LiveId" clId="{BB52BEF9-57A0-47F4-A3F1-5EFF1BF0C334}" dt="2022-12-10T08:38:34.966" v="355" actId="478"/>
          <ac:spMkLst>
            <pc:docMk/>
            <pc:sldMk cId="822664325" sldId="319"/>
            <ac:spMk id="23" creationId="{946DFF00-F8E1-5909-1CA8-56FBA79445D7}"/>
          </ac:spMkLst>
        </pc:spChg>
        <pc:spChg chg="mod">
          <ac:chgData name="ליאור סבא" userId="e1cd7a83edcf4a9e" providerId="LiveId" clId="{BB52BEF9-57A0-47F4-A3F1-5EFF1BF0C334}" dt="2022-12-10T08:38:59.774" v="363"/>
          <ac:spMkLst>
            <pc:docMk/>
            <pc:sldMk cId="822664325" sldId="319"/>
            <ac:spMk id="24" creationId="{0DB3555F-06CD-7BA1-BFCD-EA80C4707ECD}"/>
          </ac:spMkLst>
        </pc:spChg>
        <pc:spChg chg="add mod ord">
          <ac:chgData name="ליאור סבא" userId="e1cd7a83edcf4a9e" providerId="LiveId" clId="{BB52BEF9-57A0-47F4-A3F1-5EFF1BF0C334}" dt="2022-12-10T09:40:57.185" v="1649" actId="1035"/>
          <ac:spMkLst>
            <pc:docMk/>
            <pc:sldMk cId="822664325" sldId="319"/>
            <ac:spMk id="26" creationId="{A552B033-0952-21B5-513A-E35E84E24B66}"/>
          </ac:spMkLst>
        </pc:spChg>
        <pc:spChg chg="mod">
          <ac:chgData name="ליאור סבא" userId="e1cd7a83edcf4a9e" providerId="LiveId" clId="{BB52BEF9-57A0-47F4-A3F1-5EFF1BF0C334}" dt="2022-12-10T08:42:57.739" v="556"/>
          <ac:spMkLst>
            <pc:docMk/>
            <pc:sldMk cId="822664325" sldId="319"/>
            <ac:spMk id="31" creationId="{E78184CF-72BB-088E-0CBB-25756C011763}"/>
          </ac:spMkLst>
        </pc:spChg>
        <pc:spChg chg="mod">
          <ac:chgData name="ליאור סבא" userId="e1cd7a83edcf4a9e" providerId="LiveId" clId="{BB52BEF9-57A0-47F4-A3F1-5EFF1BF0C334}" dt="2022-12-10T08:42:57.739" v="556"/>
          <ac:spMkLst>
            <pc:docMk/>
            <pc:sldMk cId="822664325" sldId="319"/>
            <ac:spMk id="32" creationId="{8848BE79-FC5E-F0C2-6198-DE1D7C030A66}"/>
          </ac:spMkLst>
        </pc:spChg>
        <pc:spChg chg="add mod ord">
          <ac:chgData name="ליאור סבא" userId="e1cd7a83edcf4a9e" providerId="LiveId" clId="{BB52BEF9-57A0-47F4-A3F1-5EFF1BF0C334}" dt="2022-12-10T09:40:57.185" v="1649" actId="1035"/>
          <ac:spMkLst>
            <pc:docMk/>
            <pc:sldMk cId="822664325" sldId="319"/>
            <ac:spMk id="33" creationId="{1C666FCA-E586-1306-7204-C62D124916CA}"/>
          </ac:spMkLst>
        </pc:spChg>
        <pc:spChg chg="add mod ord">
          <ac:chgData name="ליאור סבא" userId="e1cd7a83edcf4a9e" providerId="LiveId" clId="{BB52BEF9-57A0-47F4-A3F1-5EFF1BF0C334}" dt="2022-12-10T09:40:57.185" v="1649" actId="1035"/>
          <ac:spMkLst>
            <pc:docMk/>
            <pc:sldMk cId="822664325" sldId="319"/>
            <ac:spMk id="34" creationId="{B8E38682-6B15-CED4-9432-0EA4EE34FE30}"/>
          </ac:spMkLst>
        </pc:spChg>
        <pc:spChg chg="add mod ord">
          <ac:chgData name="ליאור סבא" userId="e1cd7a83edcf4a9e" providerId="LiveId" clId="{BB52BEF9-57A0-47F4-A3F1-5EFF1BF0C334}" dt="2022-12-10T08:45:08.855" v="729" actId="164"/>
          <ac:spMkLst>
            <pc:docMk/>
            <pc:sldMk cId="822664325" sldId="319"/>
            <ac:spMk id="35" creationId="{760840F9-84C5-E4A7-A36B-7C8A4E442F02}"/>
          </ac:spMkLst>
        </pc:spChg>
        <pc:spChg chg="del">
          <ac:chgData name="ליאור סבא" userId="e1cd7a83edcf4a9e" providerId="LiveId" clId="{BB52BEF9-57A0-47F4-A3F1-5EFF1BF0C334}" dt="2022-12-10T08:37:08.104" v="337" actId="478"/>
          <ac:spMkLst>
            <pc:docMk/>
            <pc:sldMk cId="822664325" sldId="319"/>
            <ac:spMk id="2329" creationId="{00000000-0000-0000-0000-000000000000}"/>
          </ac:spMkLst>
        </pc:spChg>
        <pc:spChg chg="mod">
          <ac:chgData name="ליאור סבא" userId="e1cd7a83edcf4a9e" providerId="LiveId" clId="{BB52BEF9-57A0-47F4-A3F1-5EFF1BF0C334}" dt="2022-12-10T08:42:29.002" v="534" actId="1076"/>
          <ac:spMkLst>
            <pc:docMk/>
            <pc:sldMk cId="822664325" sldId="319"/>
            <ac:spMk id="2330" creationId="{00000000-0000-0000-0000-000000000000}"/>
          </ac:spMkLst>
        </pc:spChg>
        <pc:grpChg chg="del mod">
          <ac:chgData name="ליאור סבא" userId="e1cd7a83edcf4a9e" providerId="LiveId" clId="{BB52BEF9-57A0-47F4-A3F1-5EFF1BF0C334}" dt="2022-12-10T08:36:56.309" v="334" actId="478"/>
          <ac:grpSpMkLst>
            <pc:docMk/>
            <pc:sldMk cId="822664325" sldId="319"/>
            <ac:grpSpMk id="9" creationId="{C8645F10-E642-E260-1E60-4E24987F1A8D}"/>
          </ac:grpSpMkLst>
        </pc:grpChg>
        <pc:grpChg chg="add del mod">
          <ac:chgData name="ליאור סבא" userId="e1cd7a83edcf4a9e" providerId="LiveId" clId="{BB52BEF9-57A0-47F4-A3F1-5EFF1BF0C334}" dt="2022-12-10T08:38:46.317" v="357" actId="165"/>
          <ac:grpSpMkLst>
            <pc:docMk/>
            <pc:sldMk cId="822664325" sldId="319"/>
            <ac:grpSpMk id="12" creationId="{88B8197C-F648-D4E6-D08B-F728986F274F}"/>
          </ac:grpSpMkLst>
        </pc:grpChg>
        <pc:grpChg chg="add mod">
          <ac:chgData name="ליאור סבא" userId="e1cd7a83edcf4a9e" providerId="LiveId" clId="{BB52BEF9-57A0-47F4-A3F1-5EFF1BF0C334}" dt="2022-12-10T08:38:24.101" v="348" actId="571"/>
          <ac:grpSpMkLst>
            <pc:docMk/>
            <pc:sldMk cId="822664325" sldId="319"/>
            <ac:grpSpMk id="17" creationId="{B3480DA3-1FB0-7655-C875-DC1E46E2C71E}"/>
          </ac:grpSpMkLst>
        </pc:grpChg>
        <pc:grpChg chg="add del mod">
          <ac:chgData name="ליאור סבא" userId="e1cd7a83edcf4a9e" providerId="LiveId" clId="{BB52BEF9-57A0-47F4-A3F1-5EFF1BF0C334}" dt="2022-12-10T08:42:24.816" v="531" actId="165"/>
          <ac:grpSpMkLst>
            <pc:docMk/>
            <pc:sldMk cId="822664325" sldId="319"/>
            <ac:grpSpMk id="25" creationId="{6404DF80-92B0-A7E4-3228-C1BB601E8304}"/>
          </ac:grpSpMkLst>
        </pc:grpChg>
        <pc:grpChg chg="add del mod">
          <ac:chgData name="ליאור סבא" userId="e1cd7a83edcf4a9e" providerId="LiveId" clId="{BB52BEF9-57A0-47F4-A3F1-5EFF1BF0C334}" dt="2022-12-10T08:42:35.303" v="535" actId="165"/>
          <ac:grpSpMkLst>
            <pc:docMk/>
            <pc:sldMk cId="822664325" sldId="319"/>
            <ac:grpSpMk id="27" creationId="{CC27E6D7-6A79-54DF-A770-F08BEF0DF62C}"/>
          </ac:grpSpMkLst>
        </pc:grpChg>
        <pc:grpChg chg="add del mod">
          <ac:chgData name="ליאור סבא" userId="e1cd7a83edcf4a9e" providerId="LiveId" clId="{BB52BEF9-57A0-47F4-A3F1-5EFF1BF0C334}" dt="2022-12-10T08:42:45.383" v="537" actId="165"/>
          <ac:grpSpMkLst>
            <pc:docMk/>
            <pc:sldMk cId="822664325" sldId="319"/>
            <ac:grpSpMk id="28" creationId="{3ADEBC87-D5A8-5CCD-4230-88B694938039}"/>
          </ac:grpSpMkLst>
        </pc:grpChg>
        <pc:grpChg chg="add mod ord">
          <ac:chgData name="ליאור סבא" userId="e1cd7a83edcf4a9e" providerId="LiveId" clId="{BB52BEF9-57A0-47F4-A3F1-5EFF1BF0C334}" dt="2022-12-10T08:45:30.818" v="798" actId="167"/>
          <ac:grpSpMkLst>
            <pc:docMk/>
            <pc:sldMk cId="822664325" sldId="319"/>
            <ac:grpSpMk id="29" creationId="{069961F4-B9A7-74A4-7AB7-B75ABE65BF5D}"/>
          </ac:grpSpMkLst>
        </pc:grpChg>
        <pc:grpChg chg="add mod ord">
          <ac:chgData name="ליאור סבא" userId="e1cd7a83edcf4a9e" providerId="LiveId" clId="{BB52BEF9-57A0-47F4-A3F1-5EFF1BF0C334}" dt="2022-12-10T08:45:30.818" v="798" actId="167"/>
          <ac:grpSpMkLst>
            <pc:docMk/>
            <pc:sldMk cId="822664325" sldId="319"/>
            <ac:grpSpMk id="30" creationId="{779A556C-685E-0438-A4CB-4E2C28BA7C15}"/>
          </ac:grpSpMkLst>
        </pc:grpChg>
        <pc:grpChg chg="add del mod">
          <ac:chgData name="ליאור סבא" userId="e1cd7a83edcf4a9e" providerId="LiveId" clId="{BB52BEF9-57A0-47F4-A3F1-5EFF1BF0C334}" dt="2022-12-10T08:46:13.842" v="801" actId="478"/>
          <ac:grpSpMkLst>
            <pc:docMk/>
            <pc:sldMk cId="822664325" sldId="319"/>
            <ac:grpSpMk id="36" creationId="{C1C5B0C2-33BE-F8BC-DDDF-7E1F2A47C2B6}"/>
          </ac:grpSpMkLst>
        </pc:grpChg>
        <pc:picChg chg="add mod modCrop">
          <ac:chgData name="ליאור סבא" userId="e1cd7a83edcf4a9e" providerId="LiveId" clId="{BB52BEF9-57A0-47F4-A3F1-5EFF1BF0C334}" dt="2022-12-10T08:45:08.855" v="729" actId="164"/>
          <ac:picMkLst>
            <pc:docMk/>
            <pc:sldMk cId="822664325" sldId="319"/>
            <ac:picMk id="3" creationId="{8F9D313B-1A23-23BC-A8AD-692D5F28DADA}"/>
          </ac:picMkLst>
        </pc:picChg>
        <pc:picChg chg="add del mod">
          <ac:chgData name="ליאור סבא" userId="e1cd7a83edcf4a9e" providerId="LiveId" clId="{BB52BEF9-57A0-47F4-A3F1-5EFF1BF0C334}" dt="2022-12-10T08:48:15.648" v="829" actId="478"/>
          <ac:picMkLst>
            <pc:docMk/>
            <pc:sldMk cId="822664325" sldId="319"/>
            <ac:picMk id="38" creationId="{45623268-0417-432F-72E9-27FD62A9E6A2}"/>
          </ac:picMkLst>
        </pc:picChg>
        <pc:picChg chg="add del mod">
          <ac:chgData name="ליאור סבא" userId="e1cd7a83edcf4a9e" providerId="LiveId" clId="{BB52BEF9-57A0-47F4-A3F1-5EFF1BF0C334}" dt="2022-12-10T08:48:03.312" v="825" actId="478"/>
          <ac:picMkLst>
            <pc:docMk/>
            <pc:sldMk cId="822664325" sldId="319"/>
            <ac:picMk id="40" creationId="{F135B31F-778E-A552-DAF9-69B61F5C1B1C}"/>
          </ac:picMkLst>
        </pc:picChg>
        <pc:picChg chg="add mod modCrop">
          <ac:chgData name="ליאור סבא" userId="e1cd7a83edcf4a9e" providerId="LiveId" clId="{BB52BEF9-57A0-47F4-A3F1-5EFF1BF0C334}" dt="2022-12-10T08:48:28.731" v="834" actId="1076"/>
          <ac:picMkLst>
            <pc:docMk/>
            <pc:sldMk cId="822664325" sldId="319"/>
            <ac:picMk id="42" creationId="{96815013-F785-9C15-3116-A2B218108A9B}"/>
          </ac:picMkLst>
        </pc:picChg>
      </pc:sldChg>
      <pc:sldChg chg="addSp delSp modSp add mod ord modTransition">
        <pc:chgData name="ליאור סבא" userId="e1cd7a83edcf4a9e" providerId="LiveId" clId="{BB52BEF9-57A0-47F4-A3F1-5EFF1BF0C334}" dt="2022-12-10T09:41:17.930" v="1708" actId="166"/>
        <pc:sldMkLst>
          <pc:docMk/>
          <pc:sldMk cId="3406923341" sldId="320"/>
        </pc:sldMkLst>
        <pc:spChg chg="mod">
          <ac:chgData name="ליאור סבא" userId="e1cd7a83edcf4a9e" providerId="LiveId" clId="{BB52BEF9-57A0-47F4-A3F1-5EFF1BF0C334}" dt="2022-12-10T08:45:12.025" v="731"/>
          <ac:spMkLst>
            <pc:docMk/>
            <pc:sldMk cId="3406923341" sldId="320"/>
            <ac:spMk id="5" creationId="{90A4C517-734F-E8FF-03F7-3A70CEC7FAD8}"/>
          </ac:spMkLst>
        </pc:spChg>
        <pc:spChg chg="add mod">
          <ac:chgData name="ליאור סבא" userId="e1cd7a83edcf4a9e" providerId="LiveId" clId="{BB52BEF9-57A0-47F4-A3F1-5EFF1BF0C334}" dt="2022-12-10T09:41:06.560" v="1650" actId="478"/>
          <ac:spMkLst>
            <pc:docMk/>
            <pc:sldMk cId="3406923341" sldId="320"/>
            <ac:spMk id="9" creationId="{654795C0-1FE2-8985-9B9F-AA20EB51EDBB}"/>
          </ac:spMkLst>
        </pc:spChg>
        <pc:spChg chg="del mod">
          <ac:chgData name="ליאור סבא" userId="e1cd7a83edcf4a9e" providerId="LiveId" clId="{BB52BEF9-57A0-47F4-A3F1-5EFF1BF0C334}" dt="2022-12-10T09:41:06.560" v="1650" actId="478"/>
          <ac:spMkLst>
            <pc:docMk/>
            <pc:sldMk cId="3406923341" sldId="320"/>
            <ac:spMk id="11" creationId="{8E8727AA-08C3-4B96-C676-CF257A4A0C51}"/>
          </ac:spMkLst>
        </pc:spChg>
        <pc:spChg chg="mod">
          <ac:chgData name="ליאור סבא" userId="e1cd7a83edcf4a9e" providerId="LiveId" clId="{BB52BEF9-57A0-47F4-A3F1-5EFF1BF0C334}" dt="2022-12-10T09:41:06.920" v="1651"/>
          <ac:spMkLst>
            <pc:docMk/>
            <pc:sldMk cId="3406923341" sldId="320"/>
            <ac:spMk id="12" creationId="{CB8D96D3-73A1-7867-0AD3-9168AAACBDEB}"/>
          </ac:spMkLst>
        </pc:spChg>
        <pc:spChg chg="mod">
          <ac:chgData name="ליאור סבא" userId="e1cd7a83edcf4a9e" providerId="LiveId" clId="{BB52BEF9-57A0-47F4-A3F1-5EFF1BF0C334}" dt="2022-12-10T09:41:06.920" v="1651"/>
          <ac:spMkLst>
            <pc:docMk/>
            <pc:sldMk cId="3406923341" sldId="320"/>
            <ac:spMk id="15" creationId="{B3F6C319-95CA-842C-6C66-71FE1DD55137}"/>
          </ac:spMkLst>
        </pc:spChg>
        <pc:spChg chg="add mod">
          <ac:chgData name="ליאור סבא" userId="e1cd7a83edcf4a9e" providerId="LiveId" clId="{BB52BEF9-57A0-47F4-A3F1-5EFF1BF0C334}" dt="2022-12-10T09:41:10.335" v="1707" actId="1038"/>
          <ac:spMkLst>
            <pc:docMk/>
            <pc:sldMk cId="3406923341" sldId="320"/>
            <ac:spMk id="16" creationId="{93D50485-99E8-86D5-C039-FB580DBA2F0C}"/>
          </ac:spMkLst>
        </pc:spChg>
        <pc:spChg chg="add mod">
          <ac:chgData name="ליאור סבא" userId="e1cd7a83edcf4a9e" providerId="LiveId" clId="{BB52BEF9-57A0-47F4-A3F1-5EFF1BF0C334}" dt="2022-12-10T09:41:10.335" v="1707" actId="1038"/>
          <ac:spMkLst>
            <pc:docMk/>
            <pc:sldMk cId="3406923341" sldId="320"/>
            <ac:spMk id="17" creationId="{7570DF98-6A37-7B55-60F4-813A720BE668}"/>
          </ac:spMkLst>
        </pc:spChg>
        <pc:spChg chg="mod">
          <ac:chgData name="ליאור סבא" userId="e1cd7a83edcf4a9e" providerId="LiveId" clId="{BB52BEF9-57A0-47F4-A3F1-5EFF1BF0C334}" dt="2022-12-10T09:41:06.920" v="1651"/>
          <ac:spMkLst>
            <pc:docMk/>
            <pc:sldMk cId="3406923341" sldId="320"/>
            <ac:spMk id="19" creationId="{ED06F818-2D31-DA9E-48CF-50371A3EDFD9}"/>
          </ac:spMkLst>
        </pc:spChg>
        <pc:spChg chg="mod">
          <ac:chgData name="ליאור סבא" userId="e1cd7a83edcf4a9e" providerId="LiveId" clId="{BB52BEF9-57A0-47F4-A3F1-5EFF1BF0C334}" dt="2022-12-10T09:41:06.920" v="1651"/>
          <ac:spMkLst>
            <pc:docMk/>
            <pc:sldMk cId="3406923341" sldId="320"/>
            <ac:spMk id="20" creationId="{5C319B69-8DC2-3543-CFE5-C2A5086C1DE7}"/>
          </ac:spMkLst>
        </pc:spChg>
        <pc:spChg chg="add mod">
          <ac:chgData name="ליאור סבא" userId="e1cd7a83edcf4a9e" providerId="LiveId" clId="{BB52BEF9-57A0-47F4-A3F1-5EFF1BF0C334}" dt="2022-12-10T09:41:10.335" v="1707" actId="1038"/>
          <ac:spMkLst>
            <pc:docMk/>
            <pc:sldMk cId="3406923341" sldId="320"/>
            <ac:spMk id="21" creationId="{6925F724-C1AB-828B-8C33-3185E22564C2}"/>
          </ac:spMkLst>
        </pc:spChg>
        <pc:spChg chg="add mod">
          <ac:chgData name="ליאור סבא" userId="e1cd7a83edcf4a9e" providerId="LiveId" clId="{BB52BEF9-57A0-47F4-A3F1-5EFF1BF0C334}" dt="2022-12-10T09:41:10.335" v="1707" actId="1038"/>
          <ac:spMkLst>
            <pc:docMk/>
            <pc:sldMk cId="3406923341" sldId="320"/>
            <ac:spMk id="22" creationId="{4FE4C9BD-C585-58C8-6822-E05F926D8140}"/>
          </ac:spMkLst>
        </pc:spChg>
        <pc:spChg chg="del mod">
          <ac:chgData name="ליאור סבא" userId="e1cd7a83edcf4a9e" providerId="LiveId" clId="{BB52BEF9-57A0-47F4-A3F1-5EFF1BF0C334}" dt="2022-12-10T09:41:06.560" v="1650" actId="478"/>
          <ac:spMkLst>
            <pc:docMk/>
            <pc:sldMk cId="3406923341" sldId="320"/>
            <ac:spMk id="26" creationId="{A552B033-0952-21B5-513A-E35E84E24B66}"/>
          </ac:spMkLst>
        </pc:spChg>
        <pc:spChg chg="del mod">
          <ac:chgData name="ליאור סבא" userId="e1cd7a83edcf4a9e" providerId="LiveId" clId="{BB52BEF9-57A0-47F4-A3F1-5EFF1BF0C334}" dt="2022-12-10T09:41:06.560" v="1650" actId="478"/>
          <ac:spMkLst>
            <pc:docMk/>
            <pc:sldMk cId="3406923341" sldId="320"/>
            <ac:spMk id="33" creationId="{1C666FCA-E586-1306-7204-C62D124916CA}"/>
          </ac:spMkLst>
        </pc:spChg>
        <pc:spChg chg="del mod">
          <ac:chgData name="ליאור סבא" userId="e1cd7a83edcf4a9e" providerId="LiveId" clId="{BB52BEF9-57A0-47F4-A3F1-5EFF1BF0C334}" dt="2022-12-10T09:41:06.560" v="1650" actId="478"/>
          <ac:spMkLst>
            <pc:docMk/>
            <pc:sldMk cId="3406923341" sldId="320"/>
            <ac:spMk id="34" creationId="{B8E38682-6B15-CED4-9432-0EA4EE34FE30}"/>
          </ac:spMkLst>
        </pc:spChg>
        <pc:grpChg chg="add del mod">
          <ac:chgData name="ליאור סבא" userId="e1cd7a83edcf4a9e" providerId="LiveId" clId="{BB52BEF9-57A0-47F4-A3F1-5EFF1BF0C334}" dt="2022-12-10T08:48:31.597" v="836" actId="478"/>
          <ac:grpSpMkLst>
            <pc:docMk/>
            <pc:sldMk cId="3406923341" sldId="320"/>
            <ac:grpSpMk id="4" creationId="{C5831360-0368-0DE2-2544-8651F22E6A96}"/>
          </ac:grpSpMkLst>
        </pc:grpChg>
        <pc:grpChg chg="add mod">
          <ac:chgData name="ליאור סבא" userId="e1cd7a83edcf4a9e" providerId="LiveId" clId="{BB52BEF9-57A0-47F4-A3F1-5EFF1BF0C334}" dt="2022-12-10T09:41:10.335" v="1707" actId="1038"/>
          <ac:grpSpMkLst>
            <pc:docMk/>
            <pc:sldMk cId="3406923341" sldId="320"/>
            <ac:grpSpMk id="10" creationId="{30528FBD-A0CE-DB95-F749-D9B4BA53C0B2}"/>
          </ac:grpSpMkLst>
        </pc:grpChg>
        <pc:grpChg chg="add mod">
          <ac:chgData name="ליאור סבא" userId="e1cd7a83edcf4a9e" providerId="LiveId" clId="{BB52BEF9-57A0-47F4-A3F1-5EFF1BF0C334}" dt="2022-12-10T09:41:10.335" v="1707" actId="1038"/>
          <ac:grpSpMkLst>
            <pc:docMk/>
            <pc:sldMk cId="3406923341" sldId="320"/>
            <ac:grpSpMk id="18" creationId="{B97B9A69-5650-9B4A-3AF3-A1ED22769CAE}"/>
          </ac:grpSpMkLst>
        </pc:grpChg>
        <pc:grpChg chg="del mod">
          <ac:chgData name="ליאור סבא" userId="e1cd7a83edcf4a9e" providerId="LiveId" clId="{BB52BEF9-57A0-47F4-A3F1-5EFF1BF0C334}" dt="2022-12-10T09:41:06.560" v="1650" actId="478"/>
          <ac:grpSpMkLst>
            <pc:docMk/>
            <pc:sldMk cId="3406923341" sldId="320"/>
            <ac:grpSpMk id="29" creationId="{069961F4-B9A7-74A4-7AB7-B75ABE65BF5D}"/>
          </ac:grpSpMkLst>
        </pc:grpChg>
        <pc:grpChg chg="del mod">
          <ac:chgData name="ליאור סבא" userId="e1cd7a83edcf4a9e" providerId="LiveId" clId="{BB52BEF9-57A0-47F4-A3F1-5EFF1BF0C334}" dt="2022-12-10T09:41:06.560" v="1650" actId="478"/>
          <ac:grpSpMkLst>
            <pc:docMk/>
            <pc:sldMk cId="3406923341" sldId="320"/>
            <ac:grpSpMk id="30" creationId="{779A556C-685E-0438-A4CB-4E2C28BA7C15}"/>
          </ac:grpSpMkLst>
        </pc:grpChg>
        <pc:picChg chg="add del mod">
          <ac:chgData name="ליאור סבא" userId="e1cd7a83edcf4a9e" providerId="LiveId" clId="{BB52BEF9-57A0-47F4-A3F1-5EFF1BF0C334}" dt="2022-12-10T08:45:11.852" v="730" actId="478"/>
          <ac:picMkLst>
            <pc:docMk/>
            <pc:sldMk cId="3406923341" sldId="320"/>
            <ac:picMk id="2" creationId="{CDA4F5F8-E41B-801F-57B3-C7BFB13E8C06}"/>
          </ac:picMkLst>
        </pc:picChg>
        <pc:picChg chg="del">
          <ac:chgData name="ליאור סבא" userId="e1cd7a83edcf4a9e" providerId="LiveId" clId="{BB52BEF9-57A0-47F4-A3F1-5EFF1BF0C334}" dt="2022-12-10T08:43:55.898" v="596" actId="478"/>
          <ac:picMkLst>
            <pc:docMk/>
            <pc:sldMk cId="3406923341" sldId="320"/>
            <ac:picMk id="3" creationId="{8F9D313B-1A23-23BC-A8AD-692D5F28DADA}"/>
          </ac:picMkLst>
        </pc:picChg>
        <pc:picChg chg="mod">
          <ac:chgData name="ליאור סבא" userId="e1cd7a83edcf4a9e" providerId="LiveId" clId="{BB52BEF9-57A0-47F4-A3F1-5EFF1BF0C334}" dt="2022-12-10T08:45:12.025" v="731"/>
          <ac:picMkLst>
            <pc:docMk/>
            <pc:sldMk cId="3406923341" sldId="320"/>
            <ac:picMk id="6" creationId="{05165F26-F175-33A2-2076-8564898B9BB5}"/>
          </ac:picMkLst>
        </pc:picChg>
        <pc:picChg chg="add mod ord">
          <ac:chgData name="ליאור סבא" userId="e1cd7a83edcf4a9e" providerId="LiveId" clId="{BB52BEF9-57A0-47F4-A3F1-5EFF1BF0C334}" dt="2022-12-10T09:41:17.930" v="1708" actId="166"/>
          <ac:picMkLst>
            <pc:docMk/>
            <pc:sldMk cId="3406923341" sldId="320"/>
            <ac:picMk id="7" creationId="{46FD22D2-4E15-2002-92DC-30F6B4F927DC}"/>
          </ac:picMkLst>
        </pc:picChg>
      </pc:sldChg>
      <pc:sldChg chg="addSp delSp modSp add mod modClrScheme modAnim chgLayout">
        <pc:chgData name="ליאור סבא" userId="e1cd7a83edcf4a9e" providerId="LiveId" clId="{BB52BEF9-57A0-47F4-A3F1-5EFF1BF0C334}" dt="2022-12-10T10:02:11.218" v="2040" actId="1076"/>
        <pc:sldMkLst>
          <pc:docMk/>
          <pc:sldMk cId="1948294434" sldId="321"/>
        </pc:sldMkLst>
        <pc:spChg chg="add del mod">
          <ac:chgData name="ליאור סבא" userId="e1cd7a83edcf4a9e" providerId="LiveId" clId="{BB52BEF9-57A0-47F4-A3F1-5EFF1BF0C334}" dt="2022-12-10T09:59:46.127" v="2007" actId="478"/>
          <ac:spMkLst>
            <pc:docMk/>
            <pc:sldMk cId="1948294434" sldId="321"/>
            <ac:spMk id="2" creationId="{02EDD627-1743-0B09-0012-A8673D697A89}"/>
          </ac:spMkLst>
        </pc:spChg>
        <pc:spChg chg="mod ord">
          <ac:chgData name="ליאור סבא" userId="e1cd7a83edcf4a9e" providerId="LiveId" clId="{BB52BEF9-57A0-47F4-A3F1-5EFF1BF0C334}" dt="2022-12-10T09:59:36.824" v="2003" actId="14100"/>
          <ac:spMkLst>
            <pc:docMk/>
            <pc:sldMk cId="1948294434" sldId="321"/>
            <ac:spMk id="3" creationId="{D14507A3-824F-70FB-7CB2-77D13CF930F8}"/>
          </ac:spMkLst>
        </pc:spChg>
        <pc:spChg chg="add del mod">
          <ac:chgData name="ליאור סבא" userId="e1cd7a83edcf4a9e" providerId="LiveId" clId="{BB52BEF9-57A0-47F4-A3F1-5EFF1BF0C334}" dt="2022-12-10T09:59:46.127" v="2007" actId="478"/>
          <ac:spMkLst>
            <pc:docMk/>
            <pc:sldMk cId="1948294434" sldId="321"/>
            <ac:spMk id="4" creationId="{F9132E71-0564-5C7C-3BFB-AD00AEDD6381}"/>
          </ac:spMkLst>
        </pc:spChg>
        <pc:spChg chg="add mod">
          <ac:chgData name="ליאור סבא" userId="e1cd7a83edcf4a9e" providerId="LiveId" clId="{BB52BEF9-57A0-47F4-A3F1-5EFF1BF0C334}" dt="2022-12-10T10:00:06.109" v="2020" actId="1076"/>
          <ac:spMkLst>
            <pc:docMk/>
            <pc:sldMk cId="1948294434" sldId="321"/>
            <ac:spMk id="5" creationId="{1F04040C-9F32-DE9B-E1E9-CFA8C9238604}"/>
          </ac:spMkLst>
        </pc:spChg>
        <pc:spChg chg="add mod">
          <ac:chgData name="ליאור סבא" userId="e1cd7a83edcf4a9e" providerId="LiveId" clId="{BB52BEF9-57A0-47F4-A3F1-5EFF1BF0C334}" dt="2022-12-10T10:01:50.103" v="2036" actId="21"/>
          <ac:spMkLst>
            <pc:docMk/>
            <pc:sldMk cId="1948294434" sldId="321"/>
            <ac:spMk id="6" creationId="{2943B033-923B-2964-C83F-41BAA323A7C2}"/>
          </ac:spMkLst>
        </pc:spChg>
        <pc:spChg chg="add mod">
          <ac:chgData name="ליאור סבא" userId="e1cd7a83edcf4a9e" providerId="LiveId" clId="{BB52BEF9-57A0-47F4-A3F1-5EFF1BF0C334}" dt="2022-12-10T10:02:11.218" v="2040" actId="1076"/>
          <ac:spMkLst>
            <pc:docMk/>
            <pc:sldMk cId="1948294434" sldId="321"/>
            <ac:spMk id="8" creationId="{556CD059-7BE3-81FC-AFCA-59056865A286}"/>
          </ac:spMkLst>
        </pc:spChg>
      </pc:sldChg>
      <pc:sldChg chg="addSp delSp modSp add mod">
        <pc:chgData name="ליאור סבא" userId="e1cd7a83edcf4a9e" providerId="LiveId" clId="{BB52BEF9-57A0-47F4-A3F1-5EFF1BF0C334}" dt="2022-12-10T09:31:23.649" v="1517" actId="1036"/>
        <pc:sldMkLst>
          <pc:docMk/>
          <pc:sldMk cId="2462072634" sldId="322"/>
        </pc:sldMkLst>
        <pc:spChg chg="add del mod">
          <ac:chgData name="ליאור סבא" userId="e1cd7a83edcf4a9e" providerId="LiveId" clId="{BB52BEF9-57A0-47F4-A3F1-5EFF1BF0C334}" dt="2022-12-10T08:49:37.691" v="931" actId="478"/>
          <ac:spMkLst>
            <pc:docMk/>
            <pc:sldMk cId="2462072634" sldId="322"/>
            <ac:spMk id="3" creationId="{0E7F086E-3845-A6C5-7DE1-18464A4A4198}"/>
          </ac:spMkLst>
        </pc:spChg>
        <pc:spChg chg="add del mod">
          <ac:chgData name="ליאור סבא" userId="e1cd7a83edcf4a9e" providerId="LiveId" clId="{BB52BEF9-57A0-47F4-A3F1-5EFF1BF0C334}" dt="2022-12-10T08:49:36.546" v="930" actId="478"/>
          <ac:spMkLst>
            <pc:docMk/>
            <pc:sldMk cId="2462072634" sldId="322"/>
            <ac:spMk id="5" creationId="{BE9769D7-BD5A-FB3E-3A27-32C8087C6BAF}"/>
          </ac:spMkLst>
        </pc:spChg>
        <pc:spChg chg="add del mod">
          <ac:chgData name="ליאור סבא" userId="e1cd7a83edcf4a9e" providerId="LiveId" clId="{BB52BEF9-57A0-47F4-A3F1-5EFF1BF0C334}" dt="2022-12-10T09:28:14.455" v="1252" actId="478"/>
          <ac:spMkLst>
            <pc:docMk/>
            <pc:sldMk cId="2462072634" sldId="322"/>
            <ac:spMk id="7" creationId="{C136EF5B-8DD0-9B03-6B80-F6DD72CE6482}"/>
          </ac:spMkLst>
        </pc:spChg>
        <pc:spChg chg="add del mod">
          <ac:chgData name="ליאור סבא" userId="e1cd7a83edcf4a9e" providerId="LiveId" clId="{BB52BEF9-57A0-47F4-A3F1-5EFF1BF0C334}" dt="2022-12-10T09:28:14.455" v="1252" actId="478"/>
          <ac:spMkLst>
            <pc:docMk/>
            <pc:sldMk cId="2462072634" sldId="322"/>
            <ac:spMk id="9" creationId="{A1487F35-7B88-031B-AA96-0BEB6DA9B431}"/>
          </ac:spMkLst>
        </pc:spChg>
        <pc:spChg chg="add del mod">
          <ac:chgData name="ליאור סבא" userId="e1cd7a83edcf4a9e" providerId="LiveId" clId="{BB52BEF9-57A0-47F4-A3F1-5EFF1BF0C334}" dt="2022-12-10T09:28:13.008" v="1251"/>
          <ac:spMkLst>
            <pc:docMk/>
            <pc:sldMk cId="2462072634" sldId="322"/>
            <ac:spMk id="10" creationId="{C09E30BE-E0C8-F002-397D-FE3BD8072C03}"/>
          </ac:spMkLst>
        </pc:spChg>
        <pc:spChg chg="add del mod">
          <ac:chgData name="ליאור סבא" userId="e1cd7a83edcf4a9e" providerId="LiveId" clId="{BB52BEF9-57A0-47F4-A3F1-5EFF1BF0C334}" dt="2022-12-10T09:28:13.008" v="1251"/>
          <ac:spMkLst>
            <pc:docMk/>
            <pc:sldMk cId="2462072634" sldId="322"/>
            <ac:spMk id="11" creationId="{BAC12257-53D3-84EA-3008-3590E9DFD76A}"/>
          </ac:spMkLst>
        </pc:spChg>
        <pc:spChg chg="add del mod">
          <ac:chgData name="ליאור סבא" userId="e1cd7a83edcf4a9e" providerId="LiveId" clId="{BB52BEF9-57A0-47F4-A3F1-5EFF1BF0C334}" dt="2022-12-10T09:28:13.008" v="1251"/>
          <ac:spMkLst>
            <pc:docMk/>
            <pc:sldMk cId="2462072634" sldId="322"/>
            <ac:spMk id="12" creationId="{940ECC1E-D840-3ADB-911B-9A9A792D7744}"/>
          </ac:spMkLst>
        </pc:spChg>
        <pc:spChg chg="add del mod">
          <ac:chgData name="ליאור סבא" userId="e1cd7a83edcf4a9e" providerId="LiveId" clId="{BB52BEF9-57A0-47F4-A3F1-5EFF1BF0C334}" dt="2022-12-10T09:28:13.008" v="1251"/>
          <ac:spMkLst>
            <pc:docMk/>
            <pc:sldMk cId="2462072634" sldId="322"/>
            <ac:spMk id="13" creationId="{6AB29E25-709E-CDF4-D8D6-85EAA114192B}"/>
          </ac:spMkLst>
        </pc:spChg>
        <pc:spChg chg="add mod">
          <ac:chgData name="ליאור סבא" userId="e1cd7a83edcf4a9e" providerId="LiveId" clId="{BB52BEF9-57A0-47F4-A3F1-5EFF1BF0C334}" dt="2022-12-10T09:28:22.426" v="1342" actId="1038"/>
          <ac:spMkLst>
            <pc:docMk/>
            <pc:sldMk cId="2462072634" sldId="322"/>
            <ac:spMk id="14" creationId="{7BA9C473-309F-9AA4-A828-E5451A575834}"/>
          </ac:spMkLst>
        </pc:spChg>
        <pc:spChg chg="add mod">
          <ac:chgData name="ליאור סבא" userId="e1cd7a83edcf4a9e" providerId="LiveId" clId="{BB52BEF9-57A0-47F4-A3F1-5EFF1BF0C334}" dt="2022-12-10T09:28:22.426" v="1342" actId="1038"/>
          <ac:spMkLst>
            <pc:docMk/>
            <pc:sldMk cId="2462072634" sldId="322"/>
            <ac:spMk id="15" creationId="{BC4ED9FD-0826-52CF-0AFA-311689B2EE78}"/>
          </ac:spMkLst>
        </pc:spChg>
        <pc:spChg chg="add mod">
          <ac:chgData name="ליאור סבא" userId="e1cd7a83edcf4a9e" providerId="LiveId" clId="{BB52BEF9-57A0-47F4-A3F1-5EFF1BF0C334}" dt="2022-12-10T09:31:23.649" v="1517" actId="1036"/>
          <ac:spMkLst>
            <pc:docMk/>
            <pc:sldMk cId="2462072634" sldId="322"/>
            <ac:spMk id="16" creationId="{6D3EBC94-D02E-67AD-A408-1B2FABD348D7}"/>
          </ac:spMkLst>
        </pc:spChg>
        <pc:spChg chg="add mod">
          <ac:chgData name="ליאור סבא" userId="e1cd7a83edcf4a9e" providerId="LiveId" clId="{BB52BEF9-57A0-47F4-A3F1-5EFF1BF0C334}" dt="2022-12-10T09:31:23.649" v="1517" actId="1036"/>
          <ac:spMkLst>
            <pc:docMk/>
            <pc:sldMk cId="2462072634" sldId="322"/>
            <ac:spMk id="17" creationId="{7E589A8C-B3CF-D753-1ED4-2BF724581F6C}"/>
          </ac:spMkLst>
        </pc:spChg>
        <pc:spChg chg="mod">
          <ac:chgData name="ליאור סבא" userId="e1cd7a83edcf4a9e" providerId="LiveId" clId="{BB52BEF9-57A0-47F4-A3F1-5EFF1BF0C334}" dt="2022-12-10T09:31:06.885" v="1503" actId="20577"/>
          <ac:spMkLst>
            <pc:docMk/>
            <pc:sldMk cId="2462072634" sldId="322"/>
            <ac:spMk id="3498" creationId="{00000000-0000-0000-0000-000000000000}"/>
          </ac:spMkLst>
        </pc:spChg>
        <pc:spChg chg="mod">
          <ac:chgData name="ליאור סבא" userId="e1cd7a83edcf4a9e" providerId="LiveId" clId="{BB52BEF9-57A0-47F4-A3F1-5EFF1BF0C334}" dt="2022-12-10T09:27:50.928" v="1198" actId="14100"/>
          <ac:spMkLst>
            <pc:docMk/>
            <pc:sldMk cId="2462072634" sldId="322"/>
            <ac:spMk id="3500" creationId="{00000000-0000-0000-0000-000000000000}"/>
          </ac:spMkLst>
        </pc:spChg>
        <pc:spChg chg="del">
          <ac:chgData name="ליאור סבא" userId="e1cd7a83edcf4a9e" providerId="LiveId" clId="{BB52BEF9-57A0-47F4-A3F1-5EFF1BF0C334}" dt="2022-12-10T09:28:11.119" v="1249" actId="478"/>
          <ac:spMkLst>
            <pc:docMk/>
            <pc:sldMk cId="2462072634" sldId="322"/>
            <ac:spMk id="3501" creationId="{00000000-0000-0000-0000-000000000000}"/>
          </ac:spMkLst>
        </pc:spChg>
        <pc:spChg chg="del">
          <ac:chgData name="ליאור סבא" userId="e1cd7a83edcf4a9e" providerId="LiveId" clId="{BB52BEF9-57A0-47F4-A3F1-5EFF1BF0C334}" dt="2022-12-10T09:28:11.119" v="1249" actId="478"/>
          <ac:spMkLst>
            <pc:docMk/>
            <pc:sldMk cId="2462072634" sldId="322"/>
            <ac:spMk id="3502" creationId="{00000000-0000-0000-0000-000000000000}"/>
          </ac:spMkLst>
        </pc:spChg>
        <pc:spChg chg="mod">
          <ac:chgData name="ליאור סבא" userId="e1cd7a83edcf4a9e" providerId="LiveId" clId="{BB52BEF9-57A0-47F4-A3F1-5EFF1BF0C334}" dt="2022-12-10T09:31:23.649" v="1517" actId="1036"/>
          <ac:spMkLst>
            <pc:docMk/>
            <pc:sldMk cId="2462072634" sldId="322"/>
            <ac:spMk id="3503" creationId="{00000000-0000-0000-0000-000000000000}"/>
          </ac:spMkLst>
        </pc:spChg>
        <pc:spChg chg="del mod">
          <ac:chgData name="ליאור סבא" userId="e1cd7a83edcf4a9e" providerId="LiveId" clId="{BB52BEF9-57A0-47F4-A3F1-5EFF1BF0C334}" dt="2022-12-10T09:28:11.119" v="1249" actId="478"/>
          <ac:spMkLst>
            <pc:docMk/>
            <pc:sldMk cId="2462072634" sldId="322"/>
            <ac:spMk id="3504" creationId="{00000000-0000-0000-0000-000000000000}"/>
          </ac:spMkLst>
        </pc:spChg>
        <pc:spChg chg="mod">
          <ac:chgData name="ליאור סבא" userId="e1cd7a83edcf4a9e" providerId="LiveId" clId="{BB52BEF9-57A0-47F4-A3F1-5EFF1BF0C334}" dt="2022-12-10T09:31:23.649" v="1517" actId="1036"/>
          <ac:spMkLst>
            <pc:docMk/>
            <pc:sldMk cId="2462072634" sldId="322"/>
            <ac:spMk id="3505" creationId="{00000000-0000-0000-0000-000000000000}"/>
          </ac:spMkLst>
        </pc:spChg>
        <pc:spChg chg="del mod">
          <ac:chgData name="ליאור סבא" userId="e1cd7a83edcf4a9e" providerId="LiveId" clId="{BB52BEF9-57A0-47F4-A3F1-5EFF1BF0C334}" dt="2022-12-10T09:28:11.119" v="1249" actId="478"/>
          <ac:spMkLst>
            <pc:docMk/>
            <pc:sldMk cId="2462072634" sldId="322"/>
            <ac:spMk id="3506" creationId="{00000000-0000-0000-0000-000000000000}"/>
          </ac:spMkLst>
        </pc:spChg>
        <pc:spChg chg="del">
          <ac:chgData name="ליאור סבא" userId="e1cd7a83edcf4a9e" providerId="LiveId" clId="{BB52BEF9-57A0-47F4-A3F1-5EFF1BF0C334}" dt="2022-12-10T08:49:14.008" v="928" actId="478"/>
          <ac:spMkLst>
            <pc:docMk/>
            <pc:sldMk cId="2462072634" sldId="322"/>
            <ac:spMk id="3507" creationId="{00000000-0000-0000-0000-000000000000}"/>
          </ac:spMkLst>
        </pc:spChg>
        <pc:spChg chg="del">
          <ac:chgData name="ליאור סבא" userId="e1cd7a83edcf4a9e" providerId="LiveId" clId="{BB52BEF9-57A0-47F4-A3F1-5EFF1BF0C334}" dt="2022-12-10T08:49:16.355" v="929" actId="478"/>
          <ac:spMkLst>
            <pc:docMk/>
            <pc:sldMk cId="2462072634" sldId="322"/>
            <ac:spMk id="3508" creationId="{00000000-0000-0000-0000-000000000000}"/>
          </ac:spMkLst>
        </pc:spChg>
      </pc:sldChg>
      <pc:sldChg chg="modSp add mod">
        <pc:chgData name="ליאור סבא" userId="e1cd7a83edcf4a9e" providerId="LiveId" clId="{BB52BEF9-57A0-47F4-A3F1-5EFF1BF0C334}" dt="2022-12-10T09:32:16.469" v="1544" actId="313"/>
        <pc:sldMkLst>
          <pc:docMk/>
          <pc:sldMk cId="292635652" sldId="323"/>
        </pc:sldMkLst>
        <pc:spChg chg="mod">
          <ac:chgData name="ליאור סבא" userId="e1cd7a83edcf4a9e" providerId="LiveId" clId="{BB52BEF9-57A0-47F4-A3F1-5EFF1BF0C334}" dt="2022-12-10T09:32:16.469" v="1544" actId="313"/>
          <ac:spMkLst>
            <pc:docMk/>
            <pc:sldMk cId="292635652" sldId="323"/>
            <ac:spMk id="4" creationId="{98EA18ED-9928-36EB-BED3-48235612B847}"/>
          </ac:spMkLst>
        </pc:spChg>
      </pc:sldChg>
      <pc:sldChg chg="addSp delSp modSp add del mod modTransition modAnim">
        <pc:chgData name="ליאור סבא" userId="e1cd7a83edcf4a9e" providerId="LiveId" clId="{BB52BEF9-57A0-47F4-A3F1-5EFF1BF0C334}" dt="2022-12-10T09:57:42.049" v="1992" actId="1037"/>
        <pc:sldMkLst>
          <pc:docMk/>
          <pc:sldMk cId="3413061558" sldId="324"/>
        </pc:sldMkLst>
        <pc:spChg chg="mod topLvl">
          <ac:chgData name="ליאור סבא" userId="e1cd7a83edcf4a9e" providerId="LiveId" clId="{BB52BEF9-57A0-47F4-A3F1-5EFF1BF0C334}" dt="2022-12-10T09:57:09.220" v="1976" actId="21"/>
          <ac:spMkLst>
            <pc:docMk/>
            <pc:sldMk cId="3413061558" sldId="324"/>
            <ac:spMk id="4" creationId="{889D3B3B-B515-9875-217B-EF02E6D3D0CE}"/>
          </ac:spMkLst>
        </pc:spChg>
        <pc:spChg chg="add mod">
          <ac:chgData name="ליאור סבא" userId="e1cd7a83edcf4a9e" providerId="LiveId" clId="{BB52BEF9-57A0-47F4-A3F1-5EFF1BF0C334}" dt="2022-12-10T09:57:19.015" v="1981" actId="1076"/>
          <ac:spMkLst>
            <pc:docMk/>
            <pc:sldMk cId="3413061558" sldId="324"/>
            <ac:spMk id="5" creationId="{86F6249F-E3FF-4DBE-90E3-B9F083D393AD}"/>
          </ac:spMkLst>
        </pc:spChg>
        <pc:spChg chg="mod topLvl">
          <ac:chgData name="ליאור סבא" userId="e1cd7a83edcf4a9e" providerId="LiveId" clId="{BB52BEF9-57A0-47F4-A3F1-5EFF1BF0C334}" dt="2022-12-10T09:57:35.698" v="1988" actId="20577"/>
          <ac:spMkLst>
            <pc:docMk/>
            <pc:sldMk cId="3413061558" sldId="324"/>
            <ac:spMk id="6" creationId="{9333D201-1D1E-35C6-AD9A-B7015F7006D9}"/>
          </ac:spMkLst>
        </pc:spChg>
        <pc:spChg chg="mod topLvl">
          <ac:chgData name="ליאור סבא" userId="e1cd7a83edcf4a9e" providerId="LiveId" clId="{BB52BEF9-57A0-47F4-A3F1-5EFF1BF0C334}" dt="2022-12-10T09:56:24.664" v="1963" actId="165"/>
          <ac:spMkLst>
            <pc:docMk/>
            <pc:sldMk cId="3413061558" sldId="324"/>
            <ac:spMk id="7" creationId="{3A678EDC-7084-FAB1-5583-BE03CF41A7FC}"/>
          </ac:spMkLst>
        </pc:spChg>
        <pc:spChg chg="mod topLvl">
          <ac:chgData name="ליאור סבא" userId="e1cd7a83edcf4a9e" providerId="LiveId" clId="{BB52BEF9-57A0-47F4-A3F1-5EFF1BF0C334}" dt="2022-12-10T09:56:24.664" v="1963" actId="165"/>
          <ac:spMkLst>
            <pc:docMk/>
            <pc:sldMk cId="3413061558" sldId="324"/>
            <ac:spMk id="8" creationId="{C0A09F58-73D9-AD3F-1975-5E03CDBDCE56}"/>
          </ac:spMkLst>
        </pc:spChg>
        <pc:spChg chg="mod topLvl">
          <ac:chgData name="ליאור סבא" userId="e1cd7a83edcf4a9e" providerId="LiveId" clId="{BB52BEF9-57A0-47F4-A3F1-5EFF1BF0C334}" dt="2022-12-10T09:56:24.664" v="1963" actId="165"/>
          <ac:spMkLst>
            <pc:docMk/>
            <pc:sldMk cId="3413061558" sldId="324"/>
            <ac:spMk id="9" creationId="{358F811A-F98B-5A3B-CFB3-81DD65F81D34}"/>
          </ac:spMkLst>
        </pc:spChg>
        <pc:spChg chg="mod">
          <ac:chgData name="ליאור סבא" userId="e1cd7a83edcf4a9e" providerId="LiveId" clId="{BB52BEF9-57A0-47F4-A3F1-5EFF1BF0C334}" dt="2022-12-10T09:51:58.594" v="1897" actId="1076"/>
          <ac:spMkLst>
            <pc:docMk/>
            <pc:sldMk cId="3413061558" sldId="324"/>
            <ac:spMk id="13" creationId="{CCCA4E03-8B0C-6B21-C1B5-8EBE12B55CB3}"/>
          </ac:spMkLst>
        </pc:spChg>
        <pc:spChg chg="add mod">
          <ac:chgData name="ליאור סבא" userId="e1cd7a83edcf4a9e" providerId="LiveId" clId="{BB52BEF9-57A0-47F4-A3F1-5EFF1BF0C334}" dt="2022-12-10T09:57:42.049" v="1992" actId="1037"/>
          <ac:spMkLst>
            <pc:docMk/>
            <pc:sldMk cId="3413061558" sldId="324"/>
            <ac:spMk id="14" creationId="{8BFD602F-FAA7-5BFA-1F3C-4A06B438FD38}"/>
          </ac:spMkLst>
        </pc:spChg>
        <pc:grpChg chg="del mod">
          <ac:chgData name="ליאור סבא" userId="e1cd7a83edcf4a9e" providerId="LiveId" clId="{BB52BEF9-57A0-47F4-A3F1-5EFF1BF0C334}" dt="2022-12-10T09:56:24.664" v="1963" actId="165"/>
          <ac:grpSpMkLst>
            <pc:docMk/>
            <pc:sldMk cId="3413061558" sldId="324"/>
            <ac:grpSpMk id="12" creationId="{77EC9636-FB1A-8E77-6535-57A4ECE889D7}"/>
          </ac:grpSpMkLst>
        </pc:grpChg>
        <pc:cxnChg chg="mod topLvl">
          <ac:chgData name="ליאור סבא" userId="e1cd7a83edcf4a9e" providerId="LiveId" clId="{BB52BEF9-57A0-47F4-A3F1-5EFF1BF0C334}" dt="2022-12-10T09:56:24.664" v="1963" actId="165"/>
          <ac:cxnSpMkLst>
            <pc:docMk/>
            <pc:sldMk cId="3413061558" sldId="324"/>
            <ac:cxnSpMk id="10" creationId="{D3BA03C6-83AF-05D1-C786-81C15C9FC7A5}"/>
          </ac:cxnSpMkLst>
        </pc:cxnChg>
      </pc:sldChg>
      <pc:sldChg chg="addSp delSp modSp add mod modTransition modAnim">
        <pc:chgData name="ליאור סבא" userId="e1cd7a83edcf4a9e" providerId="LiveId" clId="{BB52BEF9-57A0-47F4-A3F1-5EFF1BF0C334}" dt="2022-12-10T10:07:18.027" v="2318"/>
        <pc:sldMkLst>
          <pc:docMk/>
          <pc:sldMk cId="924840027" sldId="325"/>
        </pc:sldMkLst>
        <pc:spChg chg="add mod">
          <ac:chgData name="ליאור סבא" userId="e1cd7a83edcf4a9e" providerId="LiveId" clId="{BB52BEF9-57A0-47F4-A3F1-5EFF1BF0C334}" dt="2022-12-10T10:05:23.045" v="2254" actId="12789"/>
          <ac:spMkLst>
            <pc:docMk/>
            <pc:sldMk cId="924840027" sldId="325"/>
            <ac:spMk id="2" creationId="{04013AD9-DD9E-6ACC-C147-570C98E8187B}"/>
          </ac:spMkLst>
        </pc:spChg>
        <pc:spChg chg="mod">
          <ac:chgData name="ליאור סבא" userId="e1cd7a83edcf4a9e" providerId="LiveId" clId="{BB52BEF9-57A0-47F4-A3F1-5EFF1BF0C334}" dt="2022-12-10T10:05:23.045" v="2254" actId="12789"/>
          <ac:spMkLst>
            <pc:docMk/>
            <pc:sldMk cId="924840027" sldId="325"/>
            <ac:spMk id="6" creationId="{2943B033-923B-2964-C83F-41BAA323A7C2}"/>
          </ac:spMkLst>
        </pc:spChg>
        <pc:spChg chg="del">
          <ac:chgData name="ליאור סבא" userId="e1cd7a83edcf4a9e" providerId="LiveId" clId="{BB52BEF9-57A0-47F4-A3F1-5EFF1BF0C334}" dt="2022-12-10T10:02:18.690" v="2042" actId="478"/>
          <ac:spMkLst>
            <pc:docMk/>
            <pc:sldMk cId="924840027" sldId="325"/>
            <ac:spMk id="8" creationId="{556CD059-7BE3-81FC-AFCA-59056865A286}"/>
          </ac:spMkLst>
        </pc:spChg>
      </pc:sldChg>
      <pc:sldChg chg="modSp add del mod">
        <pc:chgData name="ליאור סבא" userId="e1cd7a83edcf4a9e" providerId="LiveId" clId="{BB52BEF9-57A0-47F4-A3F1-5EFF1BF0C334}" dt="2022-12-10T10:01:30.396" v="2031" actId="2890"/>
        <pc:sldMkLst>
          <pc:docMk/>
          <pc:sldMk cId="2421000657" sldId="325"/>
        </pc:sldMkLst>
        <pc:spChg chg="mod">
          <ac:chgData name="ליאור סבא" userId="e1cd7a83edcf4a9e" providerId="LiveId" clId="{BB52BEF9-57A0-47F4-A3F1-5EFF1BF0C334}" dt="2022-12-10T10:01:29.779" v="2030" actId="1076"/>
          <ac:spMkLst>
            <pc:docMk/>
            <pc:sldMk cId="2421000657" sldId="325"/>
            <ac:spMk id="6" creationId="{2943B033-923B-2964-C83F-41BAA323A7C2}"/>
          </ac:spMkLst>
        </pc:spChg>
      </pc:sldChg>
      <pc:sldChg chg="addSp modSp add mod modTransition">
        <pc:chgData name="ליאור סבא" userId="e1cd7a83edcf4a9e" providerId="LiveId" clId="{BB52BEF9-57A0-47F4-A3F1-5EFF1BF0C334}" dt="2022-12-10T10:06:56.842" v="2317"/>
        <pc:sldMkLst>
          <pc:docMk/>
          <pc:sldMk cId="3122733279" sldId="326"/>
        </pc:sldMkLst>
        <pc:spChg chg="add mod">
          <ac:chgData name="ליאור סבא" userId="e1cd7a83edcf4a9e" providerId="LiveId" clId="{BB52BEF9-57A0-47F4-A3F1-5EFF1BF0C334}" dt="2022-12-10T10:06:37.019" v="2279" actId="20577"/>
          <ac:spMkLst>
            <pc:docMk/>
            <pc:sldMk cId="3122733279" sldId="326"/>
            <ac:spMk id="4" creationId="{664E7E33-39B5-E31C-45AE-55274E2755FB}"/>
          </ac:spMkLst>
        </pc:spChg>
        <pc:spChg chg="mod">
          <ac:chgData name="ליאור סבא" userId="e1cd7a83edcf4a9e" providerId="LiveId" clId="{BB52BEF9-57A0-47F4-A3F1-5EFF1BF0C334}" dt="2022-12-10T10:06:05.016" v="2258" actId="20577"/>
          <ac:spMkLst>
            <pc:docMk/>
            <pc:sldMk cId="3122733279" sldId="326"/>
            <ac:spMk id="5" creationId="{1F04040C-9F32-DE9B-E1E9-CFA8C9238604}"/>
          </ac:spMkLst>
        </pc:spChg>
        <pc:spChg chg="add mod">
          <ac:chgData name="ליאור סבא" userId="e1cd7a83edcf4a9e" providerId="LiveId" clId="{BB52BEF9-57A0-47F4-A3F1-5EFF1BF0C334}" dt="2022-12-10T10:06:29.283" v="2267" actId="571"/>
          <ac:spMkLst>
            <pc:docMk/>
            <pc:sldMk cId="3122733279" sldId="326"/>
            <ac:spMk id="7" creationId="{B4551B42-BD9E-7E14-6E5A-78A4FA5D5C75}"/>
          </ac:spMkLst>
        </pc:spChg>
        <pc:spChg chg="add mod">
          <ac:chgData name="ליאור סבא" userId="e1cd7a83edcf4a9e" providerId="LiveId" clId="{BB52BEF9-57A0-47F4-A3F1-5EFF1BF0C334}" dt="2022-12-10T10:06:29.063" v="2266" actId="571"/>
          <ac:spMkLst>
            <pc:docMk/>
            <pc:sldMk cId="3122733279" sldId="326"/>
            <ac:spMk id="8" creationId="{AF606FCE-3CD7-8CAC-628E-E89B464895F4}"/>
          </ac:spMkLst>
        </pc:spChg>
        <pc:spChg chg="add mod">
          <ac:chgData name="ליאור סבא" userId="e1cd7a83edcf4a9e" providerId="LiveId" clId="{BB52BEF9-57A0-47F4-A3F1-5EFF1BF0C334}" dt="2022-12-10T10:06:53.731" v="2316" actId="20577"/>
          <ac:spMkLst>
            <pc:docMk/>
            <pc:sldMk cId="3122733279" sldId="326"/>
            <ac:spMk id="9" creationId="{00C3B835-9BB4-C2FE-7E84-0EE2ACEAE9CF}"/>
          </ac:spMkLst>
        </pc:spChg>
        <pc:spChg chg="add mod">
          <ac:chgData name="ליאור סבא" userId="e1cd7a83edcf4a9e" providerId="LiveId" clId="{BB52BEF9-57A0-47F4-A3F1-5EFF1BF0C334}" dt="2022-12-10T10:06:51.746" v="2309" actId="20577"/>
          <ac:spMkLst>
            <pc:docMk/>
            <pc:sldMk cId="3122733279" sldId="326"/>
            <ac:spMk id="10" creationId="{05F4AD02-8407-C278-5707-7136B51CCF1A}"/>
          </ac:spMkLst>
        </pc:spChg>
      </pc:sldChg>
      <pc:sldMasterChg chg="delSldLayout">
        <pc:chgData name="ליאור סבא" userId="e1cd7a83edcf4a9e" providerId="LiveId" clId="{BB52BEF9-57A0-47F4-A3F1-5EFF1BF0C334}" dt="2022-12-10T10:07:51.098" v="2319" actId="47"/>
        <pc:sldMasterMkLst>
          <pc:docMk/>
          <pc:sldMasterMk cId="0" sldId="2147483680"/>
        </pc:sldMasterMkLst>
        <pc:sldLayoutChg chg="del">
          <pc:chgData name="ליאור סבא" userId="e1cd7a83edcf4a9e" providerId="LiveId" clId="{BB52BEF9-57A0-47F4-A3F1-5EFF1BF0C334}" dt="2022-12-10T10:07:51.098" v="2319" actId="47"/>
          <pc:sldLayoutMkLst>
            <pc:docMk/>
            <pc:sldMasterMk cId="0" sldId="2147483680"/>
            <pc:sldLayoutMk cId="0" sldId="2147483650"/>
          </pc:sldLayoutMkLst>
        </pc:sldLayoutChg>
        <pc:sldLayoutChg chg="del">
          <pc:chgData name="ליאור סבא" userId="e1cd7a83edcf4a9e" providerId="LiveId" clId="{BB52BEF9-57A0-47F4-A3F1-5EFF1BF0C334}" dt="2022-12-10T10:07:51.098" v="2319" actId="47"/>
          <pc:sldLayoutMkLst>
            <pc:docMk/>
            <pc:sldMasterMk cId="0" sldId="2147483680"/>
            <pc:sldLayoutMk cId="0" sldId="2147483652"/>
          </pc:sldLayoutMkLst>
        </pc:sldLayoutChg>
        <pc:sldLayoutChg chg="del">
          <pc:chgData name="ליאור סבא" userId="e1cd7a83edcf4a9e" providerId="LiveId" clId="{BB52BEF9-57A0-47F4-A3F1-5EFF1BF0C334}" dt="2022-12-10T10:07:51.098" v="2319" actId="47"/>
          <pc:sldLayoutMkLst>
            <pc:docMk/>
            <pc:sldMasterMk cId="0" sldId="2147483680"/>
            <pc:sldLayoutMk cId="0" sldId="2147483654"/>
          </pc:sldLayoutMkLst>
        </pc:sldLayoutChg>
        <pc:sldLayoutChg chg="del">
          <pc:chgData name="ליאור סבא" userId="e1cd7a83edcf4a9e" providerId="LiveId" clId="{BB52BEF9-57A0-47F4-A3F1-5EFF1BF0C334}" dt="2022-12-10T10:07:51.098" v="2319" actId="47"/>
          <pc:sldLayoutMkLst>
            <pc:docMk/>
            <pc:sldMasterMk cId="0" sldId="2147483680"/>
            <pc:sldLayoutMk cId="0" sldId="2147483657"/>
          </pc:sldLayoutMkLst>
        </pc:sldLayoutChg>
        <pc:sldLayoutChg chg="del">
          <pc:chgData name="ליאור סבא" userId="e1cd7a83edcf4a9e" providerId="LiveId" clId="{BB52BEF9-57A0-47F4-A3F1-5EFF1BF0C334}" dt="2022-12-10T10:07:51.098" v="2319" actId="47"/>
          <pc:sldLayoutMkLst>
            <pc:docMk/>
            <pc:sldMasterMk cId="0" sldId="2147483680"/>
            <pc:sldLayoutMk cId="0" sldId="2147483659"/>
          </pc:sldLayoutMkLst>
        </pc:sldLayoutChg>
        <pc:sldLayoutChg chg="del">
          <pc:chgData name="ליאור סבא" userId="e1cd7a83edcf4a9e" providerId="LiveId" clId="{BB52BEF9-57A0-47F4-A3F1-5EFF1BF0C334}" dt="2022-12-10T10:07:51.098" v="2319" actId="47"/>
          <pc:sldLayoutMkLst>
            <pc:docMk/>
            <pc:sldMasterMk cId="0" sldId="2147483680"/>
            <pc:sldLayoutMk cId="0" sldId="2147483660"/>
          </pc:sldLayoutMkLst>
        </pc:sldLayoutChg>
        <pc:sldLayoutChg chg="del">
          <pc:chgData name="ליאור סבא" userId="e1cd7a83edcf4a9e" providerId="LiveId" clId="{BB52BEF9-57A0-47F4-A3F1-5EFF1BF0C334}" dt="2022-12-10T10:07:51.098" v="2319" actId="47"/>
          <pc:sldLayoutMkLst>
            <pc:docMk/>
            <pc:sldMasterMk cId="0" sldId="2147483680"/>
            <pc:sldLayoutMk cId="0" sldId="2147483661"/>
          </pc:sldLayoutMkLst>
        </pc:sldLayoutChg>
        <pc:sldLayoutChg chg="del">
          <pc:chgData name="ליאור סבא" userId="e1cd7a83edcf4a9e" providerId="LiveId" clId="{BB52BEF9-57A0-47F4-A3F1-5EFF1BF0C334}" dt="2022-12-10T10:07:51.098" v="2319" actId="47"/>
          <pc:sldLayoutMkLst>
            <pc:docMk/>
            <pc:sldMasterMk cId="0" sldId="2147483680"/>
            <pc:sldLayoutMk cId="0" sldId="2147483662"/>
          </pc:sldLayoutMkLst>
        </pc:sldLayoutChg>
        <pc:sldLayoutChg chg="del">
          <pc:chgData name="ליאור סבא" userId="e1cd7a83edcf4a9e" providerId="LiveId" clId="{BB52BEF9-57A0-47F4-A3F1-5EFF1BF0C334}" dt="2022-12-10T10:07:51.098" v="2319" actId="47"/>
          <pc:sldLayoutMkLst>
            <pc:docMk/>
            <pc:sldMasterMk cId="0" sldId="2147483680"/>
            <pc:sldLayoutMk cId="0" sldId="2147483663"/>
          </pc:sldLayoutMkLst>
        </pc:sldLayoutChg>
        <pc:sldLayoutChg chg="del">
          <pc:chgData name="ליאור סבא" userId="e1cd7a83edcf4a9e" providerId="LiveId" clId="{BB52BEF9-57A0-47F4-A3F1-5EFF1BF0C334}" dt="2022-12-10T10:07:51.098" v="2319" actId="47"/>
          <pc:sldLayoutMkLst>
            <pc:docMk/>
            <pc:sldMasterMk cId="0" sldId="2147483680"/>
            <pc:sldLayoutMk cId="0" sldId="2147483664"/>
          </pc:sldLayoutMkLst>
        </pc:sldLayoutChg>
        <pc:sldLayoutChg chg="del">
          <pc:chgData name="ליאור סבא" userId="e1cd7a83edcf4a9e" providerId="LiveId" clId="{BB52BEF9-57A0-47F4-A3F1-5EFF1BF0C334}" dt="2022-12-10T10:07:51.098" v="2319" actId="47"/>
          <pc:sldLayoutMkLst>
            <pc:docMk/>
            <pc:sldMasterMk cId="0" sldId="2147483680"/>
            <pc:sldLayoutMk cId="0" sldId="2147483665"/>
          </pc:sldLayoutMkLst>
        </pc:sldLayoutChg>
        <pc:sldLayoutChg chg="del">
          <pc:chgData name="ליאור סבא" userId="e1cd7a83edcf4a9e" providerId="LiveId" clId="{BB52BEF9-57A0-47F4-A3F1-5EFF1BF0C334}" dt="2022-12-10T10:07:51.098" v="2319" actId="47"/>
          <pc:sldLayoutMkLst>
            <pc:docMk/>
            <pc:sldMasterMk cId="0" sldId="2147483680"/>
            <pc:sldLayoutMk cId="0" sldId="2147483666"/>
          </pc:sldLayoutMkLst>
        </pc:sldLayoutChg>
        <pc:sldLayoutChg chg="del">
          <pc:chgData name="ליאור סבא" userId="e1cd7a83edcf4a9e" providerId="LiveId" clId="{BB52BEF9-57A0-47F4-A3F1-5EFF1BF0C334}" dt="2022-12-10T10:07:51.098" v="2319" actId="47"/>
          <pc:sldLayoutMkLst>
            <pc:docMk/>
            <pc:sldMasterMk cId="0" sldId="2147483680"/>
            <pc:sldLayoutMk cId="0" sldId="2147483667"/>
          </pc:sldLayoutMkLst>
        </pc:sldLayoutChg>
        <pc:sldLayoutChg chg="del">
          <pc:chgData name="ליאור סבא" userId="e1cd7a83edcf4a9e" providerId="LiveId" clId="{BB52BEF9-57A0-47F4-A3F1-5EFF1BF0C334}" dt="2022-12-10T10:07:51.098" v="2319" actId="47"/>
          <pc:sldLayoutMkLst>
            <pc:docMk/>
            <pc:sldMasterMk cId="0" sldId="2147483680"/>
            <pc:sldLayoutMk cId="0" sldId="2147483668"/>
          </pc:sldLayoutMkLst>
        </pc:sldLayoutChg>
        <pc:sldLayoutChg chg="del">
          <pc:chgData name="ליאור סבא" userId="e1cd7a83edcf4a9e" providerId="LiveId" clId="{BB52BEF9-57A0-47F4-A3F1-5EFF1BF0C334}" dt="2022-12-10T10:07:51.098" v="2319" actId="47"/>
          <pc:sldLayoutMkLst>
            <pc:docMk/>
            <pc:sldMasterMk cId="0" sldId="2147483680"/>
            <pc:sldLayoutMk cId="0" sldId="2147483669"/>
          </pc:sldLayoutMkLst>
        </pc:sldLayoutChg>
        <pc:sldLayoutChg chg="del">
          <pc:chgData name="ליאור סבא" userId="e1cd7a83edcf4a9e" providerId="LiveId" clId="{BB52BEF9-57A0-47F4-A3F1-5EFF1BF0C334}" dt="2022-12-10T10:07:51.098" v="2319" actId="47"/>
          <pc:sldLayoutMkLst>
            <pc:docMk/>
            <pc:sldMasterMk cId="0" sldId="2147483680"/>
            <pc:sldLayoutMk cId="0" sldId="2147483671"/>
          </pc:sldLayoutMkLst>
        </pc:sldLayoutChg>
        <pc:sldLayoutChg chg="del">
          <pc:chgData name="ליאור סבא" userId="e1cd7a83edcf4a9e" providerId="LiveId" clId="{BB52BEF9-57A0-47F4-A3F1-5EFF1BF0C334}" dt="2022-12-10T10:07:51.098" v="2319" actId="47"/>
          <pc:sldLayoutMkLst>
            <pc:docMk/>
            <pc:sldMasterMk cId="0" sldId="2147483680"/>
            <pc:sldLayoutMk cId="0" sldId="2147483677"/>
          </pc:sldLayoutMkLst>
        </pc:sldLayoutChg>
        <pc:sldLayoutChg chg="del">
          <pc:chgData name="ליאור סבא" userId="e1cd7a83edcf4a9e" providerId="LiveId" clId="{BB52BEF9-57A0-47F4-A3F1-5EFF1BF0C334}" dt="2022-12-10T10:07:51.098" v="2319" actId="47"/>
          <pc:sldLayoutMkLst>
            <pc:docMk/>
            <pc:sldMasterMk cId="0" sldId="2147483680"/>
            <pc:sldLayoutMk cId="0" sldId="2147483678"/>
          </pc:sldLayoutMkLst>
        </pc:sldLayoutChg>
      </pc:sldMasterChg>
      <pc:sldMasterChg chg="del delSldLayout">
        <pc:chgData name="ליאור סבא" userId="e1cd7a83edcf4a9e" providerId="LiveId" clId="{BB52BEF9-57A0-47F4-A3F1-5EFF1BF0C334}" dt="2022-12-10T10:07:51.098" v="2319" actId="47"/>
        <pc:sldMasterMkLst>
          <pc:docMk/>
          <pc:sldMasterMk cId="0" sldId="2147483681"/>
        </pc:sldMasterMkLst>
        <pc:sldLayoutChg chg="del">
          <pc:chgData name="ליאור סבא" userId="e1cd7a83edcf4a9e" providerId="LiveId" clId="{BB52BEF9-57A0-47F4-A3F1-5EFF1BF0C334}" dt="2022-12-10T10:07:51.098" v="2319" actId="47"/>
          <pc:sldLayoutMkLst>
            <pc:docMk/>
            <pc:sldMasterMk cId="0" sldId="2147483681"/>
            <pc:sldLayoutMk cId="0" sldId="214748367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051546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622481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8714a43093_3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8714a43093_3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6281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8714a43093_3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8714a43093_3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1556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5" name="Google Shape;3495;g881d70bc06_1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6" name="Google Shape;3496;g881d70bc06_1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967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>
            <a:spLocks noGrp="1"/>
          </p:cNvSpPr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1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2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3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5"/>
          <p:cNvSpPr txBox="1">
            <a:spLocks noGrp="1"/>
          </p:cNvSpPr>
          <p:nvPr>
            <p:ph type="subTitle" idx="4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5"/>
          <p:cNvSpPr txBox="1">
            <a:spLocks noGrp="1"/>
          </p:cNvSpPr>
          <p:nvPr>
            <p:ph type="title" idx="5" hasCustomPrompt="1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>
            <a:spLocks noGrp="1"/>
          </p:cNvSpPr>
          <p:nvPr>
            <p:ph type="title" idx="6" hasCustomPrompt="1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05" name="Google Shape;305;p7"/>
          <p:cNvSpPr txBox="1">
            <a:spLocks noGrp="1"/>
          </p:cNvSpPr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7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7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>
            <a:spLocks noGrp="1"/>
          </p:cNvSpPr>
          <p:nvPr>
            <p:ph type="body" idx="1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>
            <a:endParaRPr/>
          </a:p>
        </p:txBody>
      </p:sp>
      <p:sp>
        <p:nvSpPr>
          <p:cNvPr id="503" name="Google Shape;503;p10"/>
          <p:cNvSpPr txBox="1">
            <a:spLocks noGrp="1"/>
          </p:cNvSpPr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5" name="Google Shape;505;p10"/>
          <p:cNvCxnSpPr/>
          <p:nvPr/>
        </p:nvCxnSpPr>
        <p:spPr>
          <a:xfrm rot="10800000" flipH="1">
            <a:off x="7975" y="4332600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5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6" name="Google Shape;1186;p24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7"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2" name="Google Shape;1292;p26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5" r:id="rId4"/>
    <p:sldLayoutId id="2147483656" r:id="rId5"/>
    <p:sldLayoutId id="2147483658" r:id="rId6"/>
    <p:sldLayoutId id="2147483670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8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8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8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8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84;p35">
            <a:extLst>
              <a:ext uri="{FF2B5EF4-FFF2-40B4-BE49-F238E27FC236}">
                <a16:creationId xmlns:a16="http://schemas.microsoft.com/office/drawing/2014/main" id="{50599F8E-A774-3D0F-5693-9E5F17A55E62}"/>
              </a:ext>
            </a:extLst>
          </p:cNvPr>
          <p:cNvSpPr txBox="1">
            <a:spLocks/>
          </p:cNvSpPr>
          <p:nvPr/>
        </p:nvSpPr>
        <p:spPr>
          <a:xfrm>
            <a:off x="491026" y="169250"/>
            <a:ext cx="3264300" cy="17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r"/>
            <a:r>
              <a:rPr lang="en-US" sz="5000" dirty="0"/>
              <a:t>UVM IPC</a:t>
            </a:r>
          </a:p>
        </p:txBody>
      </p:sp>
      <p:sp>
        <p:nvSpPr>
          <p:cNvPr id="5" name="Google Shape;1885;p35">
            <a:extLst>
              <a:ext uri="{FF2B5EF4-FFF2-40B4-BE49-F238E27FC236}">
                <a16:creationId xmlns:a16="http://schemas.microsoft.com/office/drawing/2014/main" id="{296E3CE6-C7D3-6FC0-4EEF-51CE1F430552}"/>
              </a:ext>
            </a:extLst>
          </p:cNvPr>
          <p:cNvSpPr txBox="1">
            <a:spLocks/>
          </p:cNvSpPr>
          <p:nvPr/>
        </p:nvSpPr>
        <p:spPr>
          <a:xfrm>
            <a:off x="429149" y="1675650"/>
            <a:ext cx="3264300" cy="8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r"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dirty="0">
                <a:solidFill>
                  <a:schemeClr val="accent1"/>
                </a:solidFill>
              </a:rPr>
              <a:t>Inter-Process Communication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3D763BE-0184-4A96-6969-C5F41E41A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29293" y="263388"/>
            <a:ext cx="5674465" cy="567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552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val 35">
            <a:extLst>
              <a:ext uri="{FF2B5EF4-FFF2-40B4-BE49-F238E27FC236}">
                <a16:creationId xmlns:a16="http://schemas.microsoft.com/office/drawing/2014/main" id="{98EDC62F-81B4-B4B1-FDCD-B7950D3ACC37}"/>
              </a:ext>
            </a:extLst>
          </p:cNvPr>
          <p:cNvSpPr/>
          <p:nvPr/>
        </p:nvSpPr>
        <p:spPr>
          <a:xfrm>
            <a:off x="-396240" y="3827419"/>
            <a:ext cx="2941890" cy="157516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0416D0-442E-7195-2E0D-B0569F05D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Need</a:t>
            </a:r>
            <a:endParaRPr lang="he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8393C2-E995-0A28-D33F-9D85236D10A3}"/>
              </a:ext>
            </a:extLst>
          </p:cNvPr>
          <p:cNvSpPr/>
          <p:nvPr/>
        </p:nvSpPr>
        <p:spPr>
          <a:xfrm>
            <a:off x="5119675" y="3265644"/>
            <a:ext cx="1176690" cy="1123550"/>
          </a:xfrm>
          <a:prstGeom prst="rect">
            <a:avLst/>
          </a:prstGeom>
          <a:ln w="12700">
            <a:solidFill>
              <a:srgbClr val="494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494949"/>
                </a:solidFill>
                <a:latin typeface="Barlow Semi Condensed" panose="00000506000000000000" pitchFamily="2" charset="0"/>
              </a:rPr>
              <a:t>Reference Module</a:t>
            </a:r>
            <a:endParaRPr lang="he-IL" sz="1200" dirty="0">
              <a:solidFill>
                <a:srgbClr val="494949"/>
              </a:solidFill>
              <a:latin typeface="Barlow Semi Condensed" panose="00000506000000000000" pitchFamily="2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ACEF3C4-8C55-E134-9CB2-7B3E00A58875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 flipV="1">
            <a:off x="3884429" y="2124978"/>
            <a:ext cx="1233356" cy="205"/>
          </a:xfrm>
          <a:prstGeom prst="straightConnector1">
            <a:avLst/>
          </a:prstGeom>
          <a:ln>
            <a:solidFill>
              <a:srgbClr val="4949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764C57C-F83D-50FB-0933-5365BD547833}"/>
              </a:ext>
            </a:extLst>
          </p:cNvPr>
          <p:cNvCxnSpPr>
            <a:cxnSpLocks/>
            <a:stCxn id="4" idx="0"/>
            <a:endCxn id="5" idx="1"/>
          </p:cNvCxnSpPr>
          <p:nvPr/>
        </p:nvCxnSpPr>
        <p:spPr>
          <a:xfrm>
            <a:off x="1955538" y="2118098"/>
            <a:ext cx="1028327" cy="7085"/>
          </a:xfrm>
          <a:prstGeom prst="straightConnector1">
            <a:avLst/>
          </a:prstGeom>
          <a:ln>
            <a:solidFill>
              <a:srgbClr val="4949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F02E0E2-CB99-6AC1-8182-AB6FC9840678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 flipV="1">
            <a:off x="6294475" y="2118097"/>
            <a:ext cx="1261726" cy="6881"/>
          </a:xfrm>
          <a:prstGeom prst="straightConnector1">
            <a:avLst/>
          </a:prstGeom>
          <a:ln>
            <a:solidFill>
              <a:srgbClr val="4949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574DAAF-547E-C9DF-A097-ED431CCC6BFE}"/>
              </a:ext>
            </a:extLst>
          </p:cNvPr>
          <p:cNvCxnSpPr>
            <a:cxnSpLocks/>
            <a:stCxn id="5" idx="2"/>
            <a:endCxn id="6" idx="1"/>
          </p:cNvCxnSpPr>
          <p:nvPr/>
        </p:nvCxnSpPr>
        <p:spPr>
          <a:xfrm rot="16200000" flipH="1">
            <a:off x="3535819" y="2243562"/>
            <a:ext cx="1482185" cy="1685528"/>
          </a:xfrm>
          <a:prstGeom prst="bentConnector2">
            <a:avLst/>
          </a:prstGeom>
          <a:ln>
            <a:solidFill>
              <a:srgbClr val="4949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37">
            <a:extLst>
              <a:ext uri="{FF2B5EF4-FFF2-40B4-BE49-F238E27FC236}">
                <a16:creationId xmlns:a16="http://schemas.microsoft.com/office/drawing/2014/main" id="{3F86C326-E038-033D-F422-C848A00375B2}"/>
              </a:ext>
            </a:extLst>
          </p:cNvPr>
          <p:cNvCxnSpPr>
            <a:cxnSpLocks/>
            <a:stCxn id="6" idx="3"/>
            <a:endCxn id="19" idx="1"/>
          </p:cNvCxnSpPr>
          <p:nvPr/>
        </p:nvCxnSpPr>
        <p:spPr>
          <a:xfrm>
            <a:off x="6296365" y="3827419"/>
            <a:ext cx="1269113" cy="0"/>
          </a:xfrm>
          <a:prstGeom prst="straightConnector1">
            <a:avLst/>
          </a:prstGeom>
          <a:ln>
            <a:solidFill>
              <a:srgbClr val="4949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37">
            <a:extLst>
              <a:ext uri="{FF2B5EF4-FFF2-40B4-BE49-F238E27FC236}">
                <a16:creationId xmlns:a16="http://schemas.microsoft.com/office/drawing/2014/main" id="{09C91AF9-5220-99EA-9011-780A4C9ABBDC}"/>
              </a:ext>
            </a:extLst>
          </p:cNvPr>
          <p:cNvCxnSpPr>
            <a:cxnSpLocks/>
            <a:stCxn id="20" idx="2"/>
            <a:endCxn id="19" idx="0"/>
          </p:cNvCxnSpPr>
          <p:nvPr/>
        </p:nvCxnSpPr>
        <p:spPr>
          <a:xfrm flipH="1">
            <a:off x="8009727" y="2338147"/>
            <a:ext cx="2790" cy="1269222"/>
          </a:xfrm>
          <a:prstGeom prst="straightConnector1">
            <a:avLst/>
          </a:prstGeom>
          <a:ln>
            <a:solidFill>
              <a:srgbClr val="4949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6BD4850-1256-77EB-8E3A-8B502301FDA9}"/>
              </a:ext>
            </a:extLst>
          </p:cNvPr>
          <p:cNvSpPr/>
          <p:nvPr/>
        </p:nvSpPr>
        <p:spPr>
          <a:xfrm>
            <a:off x="890295" y="1988306"/>
            <a:ext cx="599509" cy="259579"/>
          </a:xfrm>
          <a:prstGeom prst="roundRect">
            <a:avLst>
              <a:gd name="adj" fmla="val 50000"/>
            </a:avLst>
          </a:prstGeom>
          <a:solidFill>
            <a:srgbClr val="477797"/>
          </a:solidFill>
          <a:ln w="12700">
            <a:solidFill>
              <a:srgbClr val="7A7A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Barlow Semi Condensed" panose="00000506000000000000" pitchFamily="2" charset="0"/>
              </a:rPr>
              <a:t>Item</a:t>
            </a:r>
            <a:endParaRPr lang="he-IL" sz="1200" dirty="0">
              <a:solidFill>
                <a:schemeClr val="bg1">
                  <a:lumMod val="95000"/>
                </a:schemeClr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6C628FD-8939-AB3C-1065-92A25B2427BA}"/>
              </a:ext>
            </a:extLst>
          </p:cNvPr>
          <p:cNvSpPr/>
          <p:nvPr/>
        </p:nvSpPr>
        <p:spPr>
          <a:xfrm>
            <a:off x="3133506" y="1988305"/>
            <a:ext cx="599509" cy="259579"/>
          </a:xfrm>
          <a:prstGeom prst="roundRect">
            <a:avLst>
              <a:gd name="adj" fmla="val 50000"/>
            </a:avLst>
          </a:prstGeom>
          <a:solidFill>
            <a:srgbClr val="477797"/>
          </a:solidFill>
          <a:ln w="12700">
            <a:solidFill>
              <a:srgbClr val="7A7A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Barlow Semi Condensed" panose="00000506000000000000" pitchFamily="2" charset="0"/>
              </a:rPr>
              <a:t>Item</a:t>
            </a:r>
            <a:endParaRPr lang="he-IL" sz="1200" dirty="0">
              <a:solidFill>
                <a:schemeClr val="bg1">
                  <a:lumMod val="95000"/>
                </a:schemeClr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1178F81-7053-F581-7701-4F651AD9BDDE}"/>
              </a:ext>
            </a:extLst>
          </p:cNvPr>
          <p:cNvSpPr/>
          <p:nvPr/>
        </p:nvSpPr>
        <p:spPr>
          <a:xfrm>
            <a:off x="7709971" y="1988304"/>
            <a:ext cx="599509" cy="259579"/>
          </a:xfrm>
          <a:prstGeom prst="roundRect">
            <a:avLst>
              <a:gd name="adj" fmla="val 50000"/>
            </a:avLst>
          </a:prstGeom>
          <a:solidFill>
            <a:srgbClr val="477797"/>
          </a:solidFill>
          <a:ln w="12700">
            <a:solidFill>
              <a:srgbClr val="7A7A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Barlow Semi Condensed" panose="00000506000000000000" pitchFamily="2" charset="0"/>
              </a:rPr>
              <a:t>Item</a:t>
            </a:r>
            <a:endParaRPr lang="he-IL" sz="1200" dirty="0">
              <a:solidFill>
                <a:schemeClr val="bg1">
                  <a:lumMod val="95000"/>
                </a:schemeClr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56B6F9B-E324-B6C2-9205-625B330A9F9D}"/>
              </a:ext>
            </a:extLst>
          </p:cNvPr>
          <p:cNvSpPr/>
          <p:nvPr/>
        </p:nvSpPr>
        <p:spPr>
          <a:xfrm>
            <a:off x="3214811" y="2025653"/>
            <a:ext cx="481013" cy="202412"/>
          </a:xfrm>
          <a:custGeom>
            <a:avLst/>
            <a:gdLst>
              <a:gd name="connsiteX0" fmla="*/ 0 w 481013"/>
              <a:gd name="connsiteY0" fmla="*/ 92870 h 202412"/>
              <a:gd name="connsiteX1" fmla="*/ 69056 w 481013"/>
              <a:gd name="connsiteY1" fmla="*/ 95251 h 202412"/>
              <a:gd name="connsiteX2" fmla="*/ 111919 w 481013"/>
              <a:gd name="connsiteY2" fmla="*/ 92870 h 202412"/>
              <a:gd name="connsiteX3" fmla="*/ 140494 w 481013"/>
              <a:gd name="connsiteY3" fmla="*/ 200026 h 202412"/>
              <a:gd name="connsiteX4" fmla="*/ 192881 w 481013"/>
              <a:gd name="connsiteY4" fmla="*/ 2382 h 202412"/>
              <a:gd name="connsiteX5" fmla="*/ 219075 w 481013"/>
              <a:gd name="connsiteY5" fmla="*/ 202407 h 202412"/>
              <a:gd name="connsiteX6" fmla="*/ 271463 w 481013"/>
              <a:gd name="connsiteY6" fmla="*/ 9526 h 202412"/>
              <a:gd name="connsiteX7" fmla="*/ 302419 w 481013"/>
              <a:gd name="connsiteY7" fmla="*/ 102395 h 202412"/>
              <a:gd name="connsiteX8" fmla="*/ 359569 w 481013"/>
              <a:gd name="connsiteY8" fmla="*/ 1 h 202412"/>
              <a:gd name="connsiteX9" fmla="*/ 385763 w 481013"/>
              <a:gd name="connsiteY9" fmla="*/ 100013 h 202412"/>
              <a:gd name="connsiteX10" fmla="*/ 428625 w 481013"/>
              <a:gd name="connsiteY10" fmla="*/ 97632 h 202412"/>
              <a:gd name="connsiteX11" fmla="*/ 481013 w 481013"/>
              <a:gd name="connsiteY11" fmla="*/ 97632 h 202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1013" h="202412">
                <a:moveTo>
                  <a:pt x="0" y="92870"/>
                </a:moveTo>
                <a:cubicBezTo>
                  <a:pt x="25201" y="94060"/>
                  <a:pt x="50403" y="95251"/>
                  <a:pt x="69056" y="95251"/>
                </a:cubicBezTo>
                <a:cubicBezTo>
                  <a:pt x="87709" y="95251"/>
                  <a:pt x="100013" y="75407"/>
                  <a:pt x="111919" y="92870"/>
                </a:cubicBezTo>
                <a:cubicBezTo>
                  <a:pt x="123825" y="110333"/>
                  <a:pt x="127000" y="215107"/>
                  <a:pt x="140494" y="200026"/>
                </a:cubicBezTo>
                <a:cubicBezTo>
                  <a:pt x="153988" y="184945"/>
                  <a:pt x="179784" y="1985"/>
                  <a:pt x="192881" y="2382"/>
                </a:cubicBezTo>
                <a:cubicBezTo>
                  <a:pt x="205978" y="2779"/>
                  <a:pt x="205978" y="201216"/>
                  <a:pt x="219075" y="202407"/>
                </a:cubicBezTo>
                <a:cubicBezTo>
                  <a:pt x="232172" y="203598"/>
                  <a:pt x="257572" y="26194"/>
                  <a:pt x="271463" y="9526"/>
                </a:cubicBezTo>
                <a:cubicBezTo>
                  <a:pt x="285354" y="-7142"/>
                  <a:pt x="287735" y="103983"/>
                  <a:pt x="302419" y="102395"/>
                </a:cubicBezTo>
                <a:cubicBezTo>
                  <a:pt x="317103" y="100808"/>
                  <a:pt x="345678" y="398"/>
                  <a:pt x="359569" y="1"/>
                </a:cubicBezTo>
                <a:cubicBezTo>
                  <a:pt x="373460" y="-396"/>
                  <a:pt x="374254" y="83741"/>
                  <a:pt x="385763" y="100013"/>
                </a:cubicBezTo>
                <a:cubicBezTo>
                  <a:pt x="397272" y="116285"/>
                  <a:pt x="412750" y="98029"/>
                  <a:pt x="428625" y="97632"/>
                </a:cubicBezTo>
                <a:cubicBezTo>
                  <a:pt x="444500" y="97235"/>
                  <a:pt x="462756" y="97433"/>
                  <a:pt x="481013" y="97632"/>
                </a:cubicBezTo>
              </a:path>
            </a:pathLst>
          </a:custGeom>
          <a:noFill/>
          <a:ln w="9525">
            <a:solidFill>
              <a:srgbClr val="494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63689B-0086-6387-1C29-B7D639363C3F}"/>
              </a:ext>
            </a:extLst>
          </p:cNvPr>
          <p:cNvSpPr/>
          <p:nvPr/>
        </p:nvSpPr>
        <p:spPr>
          <a:xfrm>
            <a:off x="2983865" y="1905132"/>
            <a:ext cx="900564" cy="440102"/>
          </a:xfrm>
          <a:prstGeom prst="roundRect">
            <a:avLst/>
          </a:prstGeom>
          <a:ln w="12700">
            <a:solidFill>
              <a:srgbClr val="494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494949"/>
                </a:solidFill>
                <a:latin typeface="Barlow Semi Condensed" panose="00000506000000000000" pitchFamily="2" charset="0"/>
              </a:rPr>
              <a:t>Agent</a:t>
            </a:r>
            <a:endParaRPr lang="he-IL" sz="1200" dirty="0">
              <a:solidFill>
                <a:srgbClr val="494949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54C131-1AFF-A49E-2C27-3F3FE1CB2220}"/>
              </a:ext>
            </a:extLst>
          </p:cNvPr>
          <p:cNvSpPr/>
          <p:nvPr/>
        </p:nvSpPr>
        <p:spPr>
          <a:xfrm>
            <a:off x="5117785" y="1563203"/>
            <a:ext cx="1176690" cy="1123550"/>
          </a:xfrm>
          <a:prstGeom prst="rect">
            <a:avLst/>
          </a:prstGeom>
          <a:ln w="12700">
            <a:solidFill>
              <a:srgbClr val="494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494949"/>
                </a:solidFill>
                <a:latin typeface="Barlow Semi Condensed" panose="00000506000000000000" pitchFamily="2" charset="0"/>
              </a:rPr>
              <a:t>Device </a:t>
            </a:r>
          </a:p>
          <a:p>
            <a:pPr algn="ctr"/>
            <a:r>
              <a:rPr lang="en-US" sz="1200" dirty="0">
                <a:solidFill>
                  <a:srgbClr val="494949"/>
                </a:solidFill>
                <a:latin typeface="Barlow Semi Condensed" panose="00000506000000000000" pitchFamily="2" charset="0"/>
              </a:rPr>
              <a:t>Under</a:t>
            </a:r>
          </a:p>
          <a:p>
            <a:pPr algn="ctr"/>
            <a:r>
              <a:rPr lang="en-US" sz="1200" dirty="0">
                <a:solidFill>
                  <a:srgbClr val="494949"/>
                </a:solidFill>
                <a:latin typeface="Barlow Semi Condensed" panose="00000506000000000000" pitchFamily="2" charset="0"/>
              </a:rPr>
              <a:t>Test</a:t>
            </a:r>
            <a:endParaRPr lang="he-IL" sz="1200" dirty="0">
              <a:solidFill>
                <a:srgbClr val="494949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5F853B-8B89-1BC4-CDAE-72E1956FFA3F}"/>
              </a:ext>
            </a:extLst>
          </p:cNvPr>
          <p:cNvSpPr/>
          <p:nvPr/>
        </p:nvSpPr>
        <p:spPr>
          <a:xfrm>
            <a:off x="7565478" y="3607369"/>
            <a:ext cx="888497" cy="440100"/>
          </a:xfrm>
          <a:prstGeom prst="rect">
            <a:avLst/>
          </a:prstGeom>
          <a:ln w="12700">
            <a:solidFill>
              <a:srgbClr val="494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494949"/>
                </a:solidFill>
                <a:latin typeface="Barlow Semi Condensed" panose="00000506000000000000" pitchFamily="2" charset="0"/>
              </a:rPr>
              <a:t>Scoreboard</a:t>
            </a:r>
            <a:endParaRPr lang="he-IL" sz="1200" dirty="0">
              <a:solidFill>
                <a:srgbClr val="494949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8A6EE34A-9523-997B-AABF-755E7FC31A75}"/>
              </a:ext>
            </a:extLst>
          </p:cNvPr>
          <p:cNvSpPr/>
          <p:nvPr/>
        </p:nvSpPr>
        <p:spPr>
          <a:xfrm>
            <a:off x="423285" y="1721149"/>
            <a:ext cx="1533531" cy="793897"/>
          </a:xfrm>
          <a:prstGeom prst="cloud">
            <a:avLst/>
          </a:prstGeom>
          <a:solidFill>
            <a:srgbClr val="DDF1FE"/>
          </a:solidFill>
          <a:ln w="12700">
            <a:solidFill>
              <a:srgbClr val="494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494949"/>
                </a:solidFill>
                <a:latin typeface="Barlow Semi Condensed" panose="00000506000000000000" pitchFamily="2" charset="0"/>
              </a:rPr>
              <a:t>Sequence</a:t>
            </a:r>
            <a:endParaRPr lang="he-IL" sz="1200" dirty="0">
              <a:solidFill>
                <a:srgbClr val="494949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EFA3864-F009-82DD-ABD6-66E0D1D3D59D}"/>
              </a:ext>
            </a:extLst>
          </p:cNvPr>
          <p:cNvSpPr/>
          <p:nvPr/>
        </p:nvSpPr>
        <p:spPr>
          <a:xfrm>
            <a:off x="7556201" y="1898046"/>
            <a:ext cx="912632" cy="440101"/>
          </a:xfrm>
          <a:prstGeom prst="roundRect">
            <a:avLst/>
          </a:prstGeom>
          <a:ln w="12700">
            <a:solidFill>
              <a:srgbClr val="494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494949"/>
                </a:solidFill>
                <a:latin typeface="Barlow Semi Condensed" panose="00000506000000000000" pitchFamily="2" charset="0"/>
              </a:rPr>
              <a:t>Agent</a:t>
            </a:r>
            <a:endParaRPr lang="he-IL" sz="1200" dirty="0">
              <a:solidFill>
                <a:srgbClr val="494949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31" name="Flowchart: Data 30">
            <a:extLst>
              <a:ext uri="{FF2B5EF4-FFF2-40B4-BE49-F238E27FC236}">
                <a16:creationId xmlns:a16="http://schemas.microsoft.com/office/drawing/2014/main" id="{1F0FA23C-AA21-F99C-543D-A7C304CA905D}"/>
              </a:ext>
            </a:extLst>
          </p:cNvPr>
          <p:cNvSpPr/>
          <p:nvPr/>
        </p:nvSpPr>
        <p:spPr>
          <a:xfrm>
            <a:off x="3368492" y="1753745"/>
            <a:ext cx="1028327" cy="249070"/>
          </a:xfrm>
          <a:prstGeom prst="flowChartInputOutput">
            <a:avLst/>
          </a:prstGeom>
          <a:solidFill>
            <a:srgbClr val="BBE3FE"/>
          </a:solidFill>
          <a:ln w="12700">
            <a:solidFill>
              <a:srgbClr val="494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900" dirty="0">
                <a:solidFill>
                  <a:srgbClr val="494949"/>
                </a:solidFill>
              </a:rPr>
              <a:t>config</a:t>
            </a:r>
            <a:endParaRPr lang="he-IL" sz="900" dirty="0">
              <a:solidFill>
                <a:srgbClr val="494949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513B944-846F-ABBA-F48E-0D368196AC19}"/>
              </a:ext>
            </a:extLst>
          </p:cNvPr>
          <p:cNvGrpSpPr/>
          <p:nvPr/>
        </p:nvGrpSpPr>
        <p:grpSpPr>
          <a:xfrm>
            <a:off x="-110192" y="2780374"/>
            <a:ext cx="3565509" cy="1778632"/>
            <a:chOff x="-60309" y="2709623"/>
            <a:chExt cx="3565509" cy="1778632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68161A90-8ED9-F8BD-EE9A-60B328859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993" b="91822" l="8451" r="91408">
                          <a14:foregroundMark x1="8451" y1="31784" x2="8451" y2="31784"/>
                          <a14:foregroundMark x1="91690" y1="40706" x2="91690" y2="40706"/>
                          <a14:foregroundMark x1="46056" y1="7993" x2="46056" y2="7993"/>
                          <a14:foregroundMark x1="42817" y1="91822" x2="42817" y2="91822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-60309" y="2709623"/>
              <a:ext cx="3565509" cy="1778632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2CF03A2-69B0-F05A-E18D-A9B6665EC7A1}"/>
                </a:ext>
              </a:extLst>
            </p:cNvPr>
            <p:cNvSpPr txBox="1"/>
            <p:nvPr/>
          </p:nvSpPr>
          <p:spPr>
            <a:xfrm>
              <a:off x="240332" y="2956983"/>
              <a:ext cx="3074368" cy="103105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dirty="0">
                  <a:solidFill>
                    <a:srgbClr val="494949"/>
                  </a:solidFill>
                  <a:latin typeface="Barlow Semi Condensed" panose="00000506000000000000" pitchFamily="2" charset="0"/>
                  <a:ea typeface="+mn-ea"/>
                  <a:cs typeface="+mn-cs"/>
                </a:rPr>
                <a:t>The environment is built from many components.</a:t>
              </a:r>
            </a:p>
            <a:p>
              <a:pPr>
                <a:spcBef>
                  <a:spcPts val="600"/>
                </a:spcBef>
              </a:pPr>
              <a:r>
                <a:rPr lang="en-US" dirty="0">
                  <a:solidFill>
                    <a:srgbClr val="494949"/>
                  </a:solidFill>
                  <a:latin typeface="Barlow Semi Condensed" panose="00000506000000000000" pitchFamily="2" charset="0"/>
                  <a:ea typeface="+mn-ea"/>
                  <a:cs typeface="+mn-cs"/>
                </a:rPr>
                <a:t>There is a need to transfer data between them.</a:t>
              </a:r>
              <a:endParaRPr lang="he-IL" dirty="0">
                <a:solidFill>
                  <a:srgbClr val="494949"/>
                </a:solidFill>
                <a:latin typeface="Barlow Semi Condensed" panose="00000506000000000000" pitchFamily="2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0221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1.60494E-6 L 0.24549 -0.00124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74" y="-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42" presetClass="pat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2.46914E-7 L 0.24982 -0.00031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83" y="-3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0.00123 L 0.00156 0.33241 L 0.25122 0.32902 " pathEditMode="relative" rAng="0" ptsTypes="AAA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52" y="16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122 0.32901 C 0.26216 0.32901 0.27118 0.31142 0.27118 0.29012 C 0.27118 0.26883 0.26216 0.25154 0.25122 0.25154 C 0.24028 0.25154 0.2316 0.26883 0.2316 0.29012 C 0.2316 0.31142 0.24028 0.32901 0.25122 0.32901 Z " pathEditMode="relative" rAng="0" ptsTypes="AAAAA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-38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982 -0.00031 L 0.49809 -0.00185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13" y="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42" presetClass="pat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122 0.32901 L 0.50035 0.33025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48" y="6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1.60494E-6 L 1.94444E-6 0.33241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9" grpId="1" animBg="1"/>
      <p:bldP spid="9" grpId="2" animBg="1"/>
      <p:bldP spid="11" grpId="0" animBg="1"/>
      <p:bldP spid="28" grpId="0" animBg="1"/>
      <p:bldP spid="28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4964;p67">
            <a:extLst>
              <a:ext uri="{FF2B5EF4-FFF2-40B4-BE49-F238E27FC236}">
                <a16:creationId xmlns:a16="http://schemas.microsoft.com/office/drawing/2014/main" id="{49DBB838-BC20-5F08-883A-0E6309D4E555}"/>
              </a:ext>
            </a:extLst>
          </p:cNvPr>
          <p:cNvGrpSpPr/>
          <p:nvPr/>
        </p:nvGrpSpPr>
        <p:grpSpPr>
          <a:xfrm>
            <a:off x="1900263" y="-1149337"/>
            <a:ext cx="5038650" cy="754200"/>
            <a:chOff x="1521813" y="496163"/>
            <a:chExt cx="5038650" cy="754200"/>
          </a:xfrm>
        </p:grpSpPr>
        <p:sp>
          <p:nvSpPr>
            <p:cNvPr id="4" name="Google Shape;4965;p67">
              <a:extLst>
                <a:ext uri="{FF2B5EF4-FFF2-40B4-BE49-F238E27FC236}">
                  <a16:creationId xmlns:a16="http://schemas.microsoft.com/office/drawing/2014/main" id="{3CDDCCB3-1788-E3DE-7A7B-912BFB190F69}"/>
                </a:ext>
              </a:extLst>
            </p:cNvPr>
            <p:cNvSpPr/>
            <p:nvPr/>
          </p:nvSpPr>
          <p:spPr>
            <a:xfrm>
              <a:off x="3645413" y="496163"/>
              <a:ext cx="791400" cy="754200"/>
            </a:xfrm>
            <a:prstGeom prst="roundRect">
              <a:avLst>
                <a:gd name="adj" fmla="val 16667"/>
              </a:avLst>
            </a:prstGeom>
            <a:solidFill>
              <a:srgbClr val="77C6F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966;p67">
              <a:extLst>
                <a:ext uri="{FF2B5EF4-FFF2-40B4-BE49-F238E27FC236}">
                  <a16:creationId xmlns:a16="http://schemas.microsoft.com/office/drawing/2014/main" id="{E242BDFC-16FE-79B5-A7A7-8A9A6CBCD8A8}"/>
                </a:ext>
              </a:extLst>
            </p:cNvPr>
            <p:cNvSpPr/>
            <p:nvPr/>
          </p:nvSpPr>
          <p:spPr>
            <a:xfrm>
              <a:off x="4707232" y="496163"/>
              <a:ext cx="791400" cy="754200"/>
            </a:xfrm>
            <a:prstGeom prst="roundRect">
              <a:avLst>
                <a:gd name="adj" fmla="val 16667"/>
              </a:avLst>
            </a:prstGeom>
            <a:solidFill>
              <a:srgbClr val="BBE3FE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967;p67">
              <a:extLst>
                <a:ext uri="{FF2B5EF4-FFF2-40B4-BE49-F238E27FC236}">
                  <a16:creationId xmlns:a16="http://schemas.microsoft.com/office/drawing/2014/main" id="{1C23D400-0047-0D05-DBF7-75A07C3E9C60}"/>
                </a:ext>
              </a:extLst>
            </p:cNvPr>
            <p:cNvSpPr/>
            <p:nvPr/>
          </p:nvSpPr>
          <p:spPr>
            <a:xfrm>
              <a:off x="5769052" y="496163"/>
              <a:ext cx="791400" cy="754200"/>
            </a:xfrm>
            <a:prstGeom prst="roundRect">
              <a:avLst>
                <a:gd name="adj" fmla="val 16667"/>
              </a:avLst>
            </a:prstGeom>
            <a:solidFill>
              <a:srgbClr val="DDF1FE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968;p67">
              <a:extLst>
                <a:ext uri="{FF2B5EF4-FFF2-40B4-BE49-F238E27FC236}">
                  <a16:creationId xmlns:a16="http://schemas.microsoft.com/office/drawing/2014/main" id="{E90E09ED-9B3C-2FE8-1EAB-C0CA69E1497E}"/>
                </a:ext>
              </a:extLst>
            </p:cNvPr>
            <p:cNvSpPr/>
            <p:nvPr/>
          </p:nvSpPr>
          <p:spPr>
            <a:xfrm>
              <a:off x="1521813" y="496163"/>
              <a:ext cx="791400" cy="754200"/>
            </a:xfrm>
            <a:prstGeom prst="roundRect">
              <a:avLst>
                <a:gd name="adj" fmla="val 16667"/>
              </a:avLst>
            </a:prstGeom>
            <a:solidFill>
              <a:srgbClr val="49494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8" name="Google Shape;4969;p67">
              <a:extLst>
                <a:ext uri="{FF2B5EF4-FFF2-40B4-BE49-F238E27FC236}">
                  <a16:creationId xmlns:a16="http://schemas.microsoft.com/office/drawing/2014/main" id="{756157A1-9F63-8137-50F0-2D94E044166B}"/>
                </a:ext>
              </a:extLst>
            </p:cNvPr>
            <p:cNvSpPr txBox="1"/>
            <p:nvPr/>
          </p:nvSpPr>
          <p:spPr>
            <a:xfrm>
              <a:off x="3645413" y="653213"/>
              <a:ext cx="791400" cy="44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dirty="0">
                  <a:solidFill>
                    <a:srgbClr val="494949"/>
                  </a:solidFill>
                </a:rPr>
                <a:t>#77c6fc</a:t>
              </a:r>
              <a:endParaRPr sz="1000" dirty="0">
                <a:solidFill>
                  <a:srgbClr val="494949"/>
                </a:solidFill>
              </a:endParaRPr>
            </a:p>
          </p:txBody>
        </p:sp>
        <p:sp>
          <p:nvSpPr>
            <p:cNvPr id="9" name="Google Shape;4970;p67">
              <a:extLst>
                <a:ext uri="{FF2B5EF4-FFF2-40B4-BE49-F238E27FC236}">
                  <a16:creationId xmlns:a16="http://schemas.microsoft.com/office/drawing/2014/main" id="{D907D7B4-44FD-E96F-2027-14A158BEFF14}"/>
                </a:ext>
              </a:extLst>
            </p:cNvPr>
            <p:cNvSpPr txBox="1"/>
            <p:nvPr/>
          </p:nvSpPr>
          <p:spPr>
            <a:xfrm>
              <a:off x="4707238" y="653213"/>
              <a:ext cx="791400" cy="44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dirty="0">
                  <a:solidFill>
                    <a:srgbClr val="494949"/>
                  </a:solidFill>
                </a:rPr>
                <a:t>#bbe3fe</a:t>
              </a:r>
              <a:endParaRPr sz="1000" dirty="0">
                <a:solidFill>
                  <a:srgbClr val="494949"/>
                </a:solidFill>
              </a:endParaRPr>
            </a:p>
          </p:txBody>
        </p:sp>
        <p:sp>
          <p:nvSpPr>
            <p:cNvPr id="10" name="Google Shape;4971;p67">
              <a:extLst>
                <a:ext uri="{FF2B5EF4-FFF2-40B4-BE49-F238E27FC236}">
                  <a16:creationId xmlns:a16="http://schemas.microsoft.com/office/drawing/2014/main" id="{99EB7A38-AA61-AD03-32B4-D76AB295019A}"/>
                </a:ext>
              </a:extLst>
            </p:cNvPr>
            <p:cNvSpPr txBox="1"/>
            <p:nvPr/>
          </p:nvSpPr>
          <p:spPr>
            <a:xfrm>
              <a:off x="5769063" y="653213"/>
              <a:ext cx="791400" cy="44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dirty="0">
                  <a:solidFill>
                    <a:srgbClr val="494949"/>
                  </a:solidFill>
                </a:rPr>
                <a:t>#ddf1fe</a:t>
              </a:r>
              <a:endParaRPr sz="1000" dirty="0">
                <a:solidFill>
                  <a:srgbClr val="494949"/>
                </a:solidFill>
              </a:endParaRPr>
            </a:p>
          </p:txBody>
        </p:sp>
        <p:sp>
          <p:nvSpPr>
            <p:cNvPr id="11" name="Google Shape;4972;p67">
              <a:extLst>
                <a:ext uri="{FF2B5EF4-FFF2-40B4-BE49-F238E27FC236}">
                  <a16:creationId xmlns:a16="http://schemas.microsoft.com/office/drawing/2014/main" id="{1B60CAB7-8541-8E5D-D2DD-60EBE4AE7795}"/>
                </a:ext>
              </a:extLst>
            </p:cNvPr>
            <p:cNvSpPr txBox="1"/>
            <p:nvPr/>
          </p:nvSpPr>
          <p:spPr>
            <a:xfrm>
              <a:off x="1521813" y="653213"/>
              <a:ext cx="791400" cy="44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</a:rPr>
                <a:t>#494949</a:t>
              </a:r>
              <a:endParaRPr sz="1000">
                <a:solidFill>
                  <a:srgbClr val="FFFFFF"/>
                </a:solidFill>
              </a:endParaRPr>
            </a:p>
          </p:txBody>
        </p:sp>
        <p:sp>
          <p:nvSpPr>
            <p:cNvPr id="12" name="Google Shape;4973;p67">
              <a:extLst>
                <a:ext uri="{FF2B5EF4-FFF2-40B4-BE49-F238E27FC236}">
                  <a16:creationId xmlns:a16="http://schemas.microsoft.com/office/drawing/2014/main" id="{79355412-A0B6-9569-D94A-599E0C7AEEA7}"/>
                </a:ext>
              </a:extLst>
            </p:cNvPr>
            <p:cNvSpPr/>
            <p:nvPr/>
          </p:nvSpPr>
          <p:spPr>
            <a:xfrm>
              <a:off x="2583613" y="496163"/>
              <a:ext cx="791400" cy="754200"/>
            </a:xfrm>
            <a:prstGeom prst="roundRect">
              <a:avLst>
                <a:gd name="adj" fmla="val 16667"/>
              </a:avLst>
            </a:prstGeom>
            <a:solidFill>
              <a:srgbClr val="477797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13" name="Google Shape;4974;p67">
              <a:extLst>
                <a:ext uri="{FF2B5EF4-FFF2-40B4-BE49-F238E27FC236}">
                  <a16:creationId xmlns:a16="http://schemas.microsoft.com/office/drawing/2014/main" id="{A8413B76-9E10-3EFC-53A6-28C7C7145D8D}"/>
                </a:ext>
              </a:extLst>
            </p:cNvPr>
            <p:cNvSpPr txBox="1"/>
            <p:nvPr/>
          </p:nvSpPr>
          <p:spPr>
            <a:xfrm>
              <a:off x="2583613" y="653213"/>
              <a:ext cx="791400" cy="44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dirty="0">
                  <a:solidFill>
                    <a:srgbClr val="FFFFFF"/>
                  </a:solidFill>
                </a:rPr>
                <a:t>#477797</a:t>
              </a:r>
              <a:endParaRPr sz="1000" dirty="0">
                <a:solidFill>
                  <a:srgbClr val="FFFFFF"/>
                </a:solidFill>
              </a:endParaRPr>
            </a:p>
          </p:txBody>
        </p:sp>
      </p:grpSp>
      <p:sp>
        <p:nvSpPr>
          <p:cNvPr id="29" name="Title 28">
            <a:extLst>
              <a:ext uri="{FF2B5EF4-FFF2-40B4-BE49-F238E27FC236}">
                <a16:creationId xmlns:a16="http://schemas.microsoft.com/office/drawing/2014/main" id="{7139D298-C49F-4517-9459-9B63EC5A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TLM 1.0</a:t>
            </a:r>
            <a:br>
              <a:rPr lang="en-US" dirty="0"/>
            </a:br>
            <a:r>
              <a:rPr lang="en-US" sz="1050" dirty="0"/>
              <a:t>Transaction level modelling</a:t>
            </a:r>
            <a:endParaRPr lang="he-IL" sz="1050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1B92EE8F-5B32-B687-43C5-D0CEDD6EB95C}"/>
              </a:ext>
            </a:extLst>
          </p:cNvPr>
          <p:cNvGrpSpPr/>
          <p:nvPr/>
        </p:nvGrpSpPr>
        <p:grpSpPr>
          <a:xfrm>
            <a:off x="2845609" y="1613470"/>
            <a:ext cx="3452781" cy="635100"/>
            <a:chOff x="2820902" y="1390481"/>
            <a:chExt cx="3452781" cy="635100"/>
          </a:xfrm>
        </p:grpSpPr>
        <p:grpSp>
          <p:nvGrpSpPr>
            <p:cNvPr id="31" name="Google Shape;2107;p37">
              <a:extLst>
                <a:ext uri="{FF2B5EF4-FFF2-40B4-BE49-F238E27FC236}">
                  <a16:creationId xmlns:a16="http://schemas.microsoft.com/office/drawing/2014/main" id="{4F5F40B4-4078-7A26-8228-7F4DBE4F338C}"/>
                </a:ext>
              </a:extLst>
            </p:cNvPr>
            <p:cNvGrpSpPr/>
            <p:nvPr/>
          </p:nvGrpSpPr>
          <p:grpSpPr>
            <a:xfrm>
              <a:off x="2820902" y="1390481"/>
              <a:ext cx="635100" cy="635100"/>
              <a:chOff x="917231" y="750460"/>
              <a:chExt cx="635100" cy="635100"/>
            </a:xfrm>
          </p:grpSpPr>
          <p:sp>
            <p:nvSpPr>
              <p:cNvPr id="36" name="Google Shape;2108;p37">
                <a:extLst>
                  <a:ext uri="{FF2B5EF4-FFF2-40B4-BE49-F238E27FC236}">
                    <a16:creationId xmlns:a16="http://schemas.microsoft.com/office/drawing/2014/main" id="{AEADCC58-EF62-3305-CCAD-47757CC2805B}"/>
                  </a:ext>
                </a:extLst>
              </p:cNvPr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 Semi Condensed" panose="00000506000000000000" pitchFamily="2" charset="0"/>
                </a:endParaRPr>
              </a:p>
            </p:txBody>
          </p:sp>
          <p:sp>
            <p:nvSpPr>
              <p:cNvPr id="37" name="Google Shape;2109;p37">
                <a:extLst>
                  <a:ext uri="{FF2B5EF4-FFF2-40B4-BE49-F238E27FC236}">
                    <a16:creationId xmlns:a16="http://schemas.microsoft.com/office/drawing/2014/main" id="{88142E94-F854-3743-BD72-DD725A6C57B8}"/>
                  </a:ext>
                </a:extLst>
              </p:cNvPr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 Semi Condensed" panose="00000506000000000000" pitchFamily="2" charset="0"/>
                </a:endParaRPr>
              </a:p>
            </p:txBody>
          </p:sp>
        </p:grpSp>
        <p:sp>
          <p:nvSpPr>
            <p:cNvPr id="54" name="Google Shape;2139;p37">
              <a:extLst>
                <a:ext uri="{FF2B5EF4-FFF2-40B4-BE49-F238E27FC236}">
                  <a16:creationId xmlns:a16="http://schemas.microsoft.com/office/drawing/2014/main" id="{2F44181F-86FD-941F-33A8-252F4F639A28}"/>
                </a:ext>
              </a:extLst>
            </p:cNvPr>
            <p:cNvSpPr txBox="1">
              <a:spLocks/>
            </p:cNvSpPr>
            <p:nvPr/>
          </p:nvSpPr>
          <p:spPr>
            <a:xfrm>
              <a:off x="3658583" y="1448327"/>
              <a:ext cx="2615100" cy="576000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>
                <a:buClr>
                  <a:schemeClr val="dk1"/>
                </a:buClr>
                <a:buSzPts val="1100"/>
              </a:pPr>
              <a:r>
                <a:rPr lang="en-US" dirty="0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Interface based communication</a:t>
              </a:r>
              <a:endParaRPr lang="en-US" dirty="0">
                <a:solidFill>
                  <a:srgbClr val="494949"/>
                </a:solidFill>
                <a:latin typeface="Barlow Semi Condensed" panose="00000506000000000000" pitchFamily="2" charset="0"/>
                <a:ea typeface="Barlow Semi Condensed"/>
                <a:cs typeface="Barlow Semi Condensed"/>
                <a:sym typeface="Barlow Semi Condensed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3DAC67E-2DD7-750A-F963-447029F23055}"/>
              </a:ext>
            </a:extLst>
          </p:cNvPr>
          <p:cNvGrpSpPr/>
          <p:nvPr/>
        </p:nvGrpSpPr>
        <p:grpSpPr>
          <a:xfrm>
            <a:off x="2845609" y="2405620"/>
            <a:ext cx="3452781" cy="635100"/>
            <a:chOff x="2820902" y="1390481"/>
            <a:chExt cx="3452781" cy="635100"/>
          </a:xfrm>
        </p:grpSpPr>
        <p:grpSp>
          <p:nvGrpSpPr>
            <p:cNvPr id="65" name="Google Shape;2107;p37">
              <a:extLst>
                <a:ext uri="{FF2B5EF4-FFF2-40B4-BE49-F238E27FC236}">
                  <a16:creationId xmlns:a16="http://schemas.microsoft.com/office/drawing/2014/main" id="{399260C7-7E04-A184-BD73-84B635D45007}"/>
                </a:ext>
              </a:extLst>
            </p:cNvPr>
            <p:cNvGrpSpPr/>
            <p:nvPr/>
          </p:nvGrpSpPr>
          <p:grpSpPr>
            <a:xfrm>
              <a:off x="2820902" y="1390481"/>
              <a:ext cx="635100" cy="635100"/>
              <a:chOff x="917231" y="750460"/>
              <a:chExt cx="635100" cy="635100"/>
            </a:xfrm>
          </p:grpSpPr>
          <p:sp>
            <p:nvSpPr>
              <p:cNvPr id="67" name="Google Shape;2108;p37">
                <a:extLst>
                  <a:ext uri="{FF2B5EF4-FFF2-40B4-BE49-F238E27FC236}">
                    <a16:creationId xmlns:a16="http://schemas.microsoft.com/office/drawing/2014/main" id="{1C322B9A-185D-5239-01BF-A311CEDB83C7}"/>
                  </a:ext>
                </a:extLst>
              </p:cNvPr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 Semi Condensed" panose="00000506000000000000" pitchFamily="2" charset="0"/>
                </a:endParaRPr>
              </a:p>
            </p:txBody>
          </p:sp>
          <p:sp>
            <p:nvSpPr>
              <p:cNvPr id="68" name="Google Shape;2109;p37">
                <a:extLst>
                  <a:ext uri="{FF2B5EF4-FFF2-40B4-BE49-F238E27FC236}">
                    <a16:creationId xmlns:a16="http://schemas.microsoft.com/office/drawing/2014/main" id="{E2B35C45-1FA7-93FD-56E7-3BA12424BB47}"/>
                  </a:ext>
                </a:extLst>
              </p:cNvPr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 Semi Condensed" panose="00000506000000000000" pitchFamily="2" charset="0"/>
                </a:endParaRPr>
              </a:p>
            </p:txBody>
          </p:sp>
        </p:grpSp>
        <p:sp>
          <p:nvSpPr>
            <p:cNvPr id="66" name="Google Shape;2139;p37">
              <a:extLst>
                <a:ext uri="{FF2B5EF4-FFF2-40B4-BE49-F238E27FC236}">
                  <a16:creationId xmlns:a16="http://schemas.microsoft.com/office/drawing/2014/main" id="{FD2A1287-6469-9B37-7FE7-E794D2AA2E4A}"/>
                </a:ext>
              </a:extLst>
            </p:cNvPr>
            <p:cNvSpPr txBox="1">
              <a:spLocks/>
            </p:cNvSpPr>
            <p:nvPr/>
          </p:nvSpPr>
          <p:spPr>
            <a:xfrm>
              <a:off x="3658583" y="1448327"/>
              <a:ext cx="2615100" cy="576000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>
                <a:buClr>
                  <a:schemeClr val="dk1"/>
                </a:buClr>
                <a:buSzPts val="1100"/>
              </a:pPr>
              <a:r>
                <a:rPr lang="en-US" dirty="0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Prevent Coupling between components</a:t>
              </a:r>
              <a:endParaRPr lang="en-US" dirty="0">
                <a:solidFill>
                  <a:srgbClr val="494949"/>
                </a:solidFill>
                <a:latin typeface="Barlow Semi Condensed" panose="00000506000000000000" pitchFamily="2" charset="0"/>
                <a:ea typeface="Barlow Semi Condensed"/>
                <a:cs typeface="Barlow Semi Condensed"/>
                <a:sym typeface="Barlow Semi Condensed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6D5F14C-CAE0-1963-502B-6157B0EA382C}"/>
              </a:ext>
            </a:extLst>
          </p:cNvPr>
          <p:cNvGrpSpPr/>
          <p:nvPr/>
        </p:nvGrpSpPr>
        <p:grpSpPr>
          <a:xfrm>
            <a:off x="2845609" y="3197770"/>
            <a:ext cx="3452781" cy="635100"/>
            <a:chOff x="2820902" y="1390481"/>
            <a:chExt cx="3452781" cy="635100"/>
          </a:xfrm>
        </p:grpSpPr>
        <p:grpSp>
          <p:nvGrpSpPr>
            <p:cNvPr id="70" name="Google Shape;2107;p37">
              <a:extLst>
                <a:ext uri="{FF2B5EF4-FFF2-40B4-BE49-F238E27FC236}">
                  <a16:creationId xmlns:a16="http://schemas.microsoft.com/office/drawing/2014/main" id="{E8B53701-327E-7623-CA66-145068BF31D3}"/>
                </a:ext>
              </a:extLst>
            </p:cNvPr>
            <p:cNvGrpSpPr/>
            <p:nvPr/>
          </p:nvGrpSpPr>
          <p:grpSpPr>
            <a:xfrm>
              <a:off x="2820902" y="1390481"/>
              <a:ext cx="635100" cy="635100"/>
              <a:chOff x="917231" y="750460"/>
              <a:chExt cx="635100" cy="635100"/>
            </a:xfrm>
          </p:grpSpPr>
          <p:sp>
            <p:nvSpPr>
              <p:cNvPr id="72" name="Google Shape;2108;p37">
                <a:extLst>
                  <a:ext uri="{FF2B5EF4-FFF2-40B4-BE49-F238E27FC236}">
                    <a16:creationId xmlns:a16="http://schemas.microsoft.com/office/drawing/2014/main" id="{0B4E810F-36C3-59E5-CEED-E8D474D0E637}"/>
                  </a:ext>
                </a:extLst>
              </p:cNvPr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 Semi Condensed" panose="00000506000000000000" pitchFamily="2" charset="0"/>
                </a:endParaRPr>
              </a:p>
            </p:txBody>
          </p:sp>
          <p:sp>
            <p:nvSpPr>
              <p:cNvPr id="73" name="Google Shape;2109;p37">
                <a:extLst>
                  <a:ext uri="{FF2B5EF4-FFF2-40B4-BE49-F238E27FC236}">
                    <a16:creationId xmlns:a16="http://schemas.microsoft.com/office/drawing/2014/main" id="{73F8E75C-D893-6065-A248-C96192F10BA8}"/>
                  </a:ext>
                </a:extLst>
              </p:cNvPr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 Semi Condensed" panose="00000506000000000000" pitchFamily="2" charset="0"/>
                </a:endParaRPr>
              </a:p>
            </p:txBody>
          </p:sp>
        </p:grpSp>
        <p:sp>
          <p:nvSpPr>
            <p:cNvPr id="71" name="Google Shape;2139;p37">
              <a:extLst>
                <a:ext uri="{FF2B5EF4-FFF2-40B4-BE49-F238E27FC236}">
                  <a16:creationId xmlns:a16="http://schemas.microsoft.com/office/drawing/2014/main" id="{E96E1871-E126-E59B-CA7D-13781CBC8DD2}"/>
                </a:ext>
              </a:extLst>
            </p:cNvPr>
            <p:cNvSpPr txBox="1">
              <a:spLocks/>
            </p:cNvSpPr>
            <p:nvPr/>
          </p:nvSpPr>
          <p:spPr>
            <a:xfrm>
              <a:off x="3658583" y="1448327"/>
              <a:ext cx="2615100" cy="576000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>
                <a:buClr>
                  <a:schemeClr val="dk1"/>
                </a:buClr>
                <a:buSzPts val="1100"/>
              </a:pPr>
              <a:r>
                <a:rPr lang="en-US" dirty="0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Easy way to transfer packets</a:t>
              </a:r>
              <a:endParaRPr lang="en-US" dirty="0">
                <a:solidFill>
                  <a:srgbClr val="494949"/>
                </a:solidFill>
                <a:latin typeface="Barlow Semi Condensed" panose="00000506000000000000" pitchFamily="2" charset="0"/>
                <a:ea typeface="Barlow Semi Condensed"/>
                <a:cs typeface="Barlow Semi Condensed"/>
                <a:sym typeface="Barlow Semi Condensed"/>
              </a:endParaRPr>
            </a:p>
          </p:txBody>
        </p:sp>
      </p:grp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D9C4D28-8134-6749-4BC7-E1942E304F88}"/>
              </a:ext>
            </a:extLst>
          </p:cNvPr>
          <p:cNvSpPr/>
          <p:nvPr/>
        </p:nvSpPr>
        <p:spPr>
          <a:xfrm>
            <a:off x="2055" y="4616575"/>
            <a:ext cx="9141945" cy="526925"/>
          </a:xfrm>
          <a:prstGeom prst="rect">
            <a:avLst/>
          </a:prstGeom>
          <a:solidFill>
            <a:srgbClr val="4949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5A94543-71DC-86AA-5359-AE2058A86888}"/>
              </a:ext>
            </a:extLst>
          </p:cNvPr>
          <p:cNvGrpSpPr/>
          <p:nvPr/>
        </p:nvGrpSpPr>
        <p:grpSpPr>
          <a:xfrm>
            <a:off x="194912" y="4213945"/>
            <a:ext cx="1086024" cy="805259"/>
            <a:chOff x="1519239" y="2389716"/>
            <a:chExt cx="1233218" cy="914400"/>
          </a:xfrm>
        </p:grpSpPr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207A82B-FDE3-3A86-61BE-B5576EE48329}"/>
                </a:ext>
              </a:extLst>
            </p:cNvPr>
            <p:cNvSpPr/>
            <p:nvPr/>
          </p:nvSpPr>
          <p:spPr>
            <a:xfrm>
              <a:off x="1519239" y="2846916"/>
              <a:ext cx="261966" cy="157050"/>
            </a:xfrm>
            <a:custGeom>
              <a:avLst/>
              <a:gdLst>
                <a:gd name="connsiteX0" fmla="*/ 0 w 261966"/>
                <a:gd name="connsiteY0" fmla="*/ 0 h 157050"/>
                <a:gd name="connsiteX1" fmla="*/ 261966 w 261966"/>
                <a:gd name="connsiteY1" fmla="*/ 0 h 157050"/>
                <a:gd name="connsiteX2" fmla="*/ 261966 w 261966"/>
                <a:gd name="connsiteY2" fmla="*/ 157050 h 157050"/>
                <a:gd name="connsiteX3" fmla="*/ 193046 w 261966"/>
                <a:gd name="connsiteY3" fmla="*/ 157050 h 157050"/>
                <a:gd name="connsiteX4" fmla="*/ 176140 w 261966"/>
                <a:gd name="connsiteY4" fmla="*/ 124587 h 157050"/>
                <a:gd name="connsiteX5" fmla="*/ 0 w 261966"/>
                <a:gd name="connsiteY5" fmla="*/ 0 h 157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66" h="157050">
                  <a:moveTo>
                    <a:pt x="0" y="0"/>
                  </a:moveTo>
                  <a:lnTo>
                    <a:pt x="261966" y="0"/>
                  </a:lnTo>
                  <a:lnTo>
                    <a:pt x="261966" y="157050"/>
                  </a:lnTo>
                  <a:lnTo>
                    <a:pt x="193046" y="157050"/>
                  </a:lnTo>
                  <a:lnTo>
                    <a:pt x="176140" y="124587"/>
                  </a:lnTo>
                  <a:cubicBezTo>
                    <a:pt x="129618" y="47179"/>
                    <a:pt x="67819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he-IL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23888C9A-FAA6-C294-217A-025676C118E4}"/>
                </a:ext>
              </a:extLst>
            </p:cNvPr>
            <p:cNvSpPr/>
            <p:nvPr/>
          </p:nvSpPr>
          <p:spPr>
            <a:xfrm flipH="1">
              <a:off x="2490491" y="2842266"/>
              <a:ext cx="261966" cy="157050"/>
            </a:xfrm>
            <a:custGeom>
              <a:avLst/>
              <a:gdLst>
                <a:gd name="connsiteX0" fmla="*/ 0 w 261966"/>
                <a:gd name="connsiteY0" fmla="*/ 0 h 157050"/>
                <a:gd name="connsiteX1" fmla="*/ 261966 w 261966"/>
                <a:gd name="connsiteY1" fmla="*/ 0 h 157050"/>
                <a:gd name="connsiteX2" fmla="*/ 261966 w 261966"/>
                <a:gd name="connsiteY2" fmla="*/ 157050 h 157050"/>
                <a:gd name="connsiteX3" fmla="*/ 193046 w 261966"/>
                <a:gd name="connsiteY3" fmla="*/ 157050 h 157050"/>
                <a:gd name="connsiteX4" fmla="*/ 176140 w 261966"/>
                <a:gd name="connsiteY4" fmla="*/ 124587 h 157050"/>
                <a:gd name="connsiteX5" fmla="*/ 0 w 261966"/>
                <a:gd name="connsiteY5" fmla="*/ 0 h 157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66" h="157050">
                  <a:moveTo>
                    <a:pt x="0" y="0"/>
                  </a:moveTo>
                  <a:lnTo>
                    <a:pt x="261966" y="0"/>
                  </a:lnTo>
                  <a:lnTo>
                    <a:pt x="261966" y="157050"/>
                  </a:lnTo>
                  <a:lnTo>
                    <a:pt x="193046" y="157050"/>
                  </a:lnTo>
                  <a:lnTo>
                    <a:pt x="176140" y="124587"/>
                  </a:lnTo>
                  <a:cubicBezTo>
                    <a:pt x="129618" y="47179"/>
                    <a:pt x="67819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he-IL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3D59AC13-24E4-C0BE-25C3-D3944399C233}"/>
                </a:ext>
              </a:extLst>
            </p:cNvPr>
            <p:cNvSpPr/>
            <p:nvPr/>
          </p:nvSpPr>
          <p:spPr>
            <a:xfrm>
              <a:off x="1678648" y="2389716"/>
              <a:ext cx="914400" cy="914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sp>
        <p:nvSpPr>
          <p:cNvPr id="106" name="Rectangle 105">
            <a:hlinkClick r:id="rId3" action="ppaction://hlinksldjump"/>
            <a:extLst>
              <a:ext uri="{FF2B5EF4-FFF2-40B4-BE49-F238E27FC236}">
                <a16:creationId xmlns:a16="http://schemas.microsoft.com/office/drawing/2014/main" id="{8BF9C787-121F-A55A-FDB2-6C6624C45A39}"/>
              </a:ext>
            </a:extLst>
          </p:cNvPr>
          <p:cNvSpPr/>
          <p:nvPr/>
        </p:nvSpPr>
        <p:spPr>
          <a:xfrm>
            <a:off x="0" y="4346697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494949"/>
                </a:solidFill>
                <a:latin typeface="Barlow Semi Condensed" panose="00000506000000000000" pitchFamily="2" charset="0"/>
              </a:rPr>
              <a:t>introduction</a:t>
            </a:r>
            <a:endParaRPr lang="he-IL" sz="1200" dirty="0">
              <a:solidFill>
                <a:srgbClr val="494949"/>
              </a:solidFill>
            </a:endParaRPr>
          </a:p>
        </p:txBody>
      </p:sp>
      <p:sp>
        <p:nvSpPr>
          <p:cNvPr id="107" name="Rectangle 106">
            <a:hlinkClick r:id="rId4" action="ppaction://hlinksldjump"/>
            <a:extLst>
              <a:ext uri="{FF2B5EF4-FFF2-40B4-BE49-F238E27FC236}">
                <a16:creationId xmlns:a16="http://schemas.microsoft.com/office/drawing/2014/main" id="{990444FD-0707-065A-ED9E-7C7323A3AAE5}"/>
              </a:ext>
            </a:extLst>
          </p:cNvPr>
          <p:cNvSpPr/>
          <p:nvPr/>
        </p:nvSpPr>
        <p:spPr>
          <a:xfrm>
            <a:off x="1523829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pull port</a:t>
            </a:r>
            <a:endParaRPr lang="he-IL" sz="1200" dirty="0">
              <a:solidFill>
                <a:srgbClr val="F3F3F3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108" name="Rectangle 107">
            <a:hlinkClick r:id="rId5" action="ppaction://hlinksldjump"/>
            <a:extLst>
              <a:ext uri="{FF2B5EF4-FFF2-40B4-BE49-F238E27FC236}">
                <a16:creationId xmlns:a16="http://schemas.microsoft.com/office/drawing/2014/main" id="{87D90FDC-7039-0D20-BFE4-E1A691E93CF1}"/>
              </a:ext>
            </a:extLst>
          </p:cNvPr>
          <p:cNvSpPr/>
          <p:nvPr/>
        </p:nvSpPr>
        <p:spPr>
          <a:xfrm>
            <a:off x="3047658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push port</a:t>
            </a:r>
            <a:endParaRPr lang="he-IL" sz="1200" dirty="0">
              <a:solidFill>
                <a:srgbClr val="F3F3F3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109" name="Rectangle 108">
            <a:hlinkClick r:id="rId6" action="ppaction://hlinksldjump"/>
            <a:extLst>
              <a:ext uri="{FF2B5EF4-FFF2-40B4-BE49-F238E27FC236}">
                <a16:creationId xmlns:a16="http://schemas.microsoft.com/office/drawing/2014/main" id="{96B21F75-CCF5-D267-AA6B-0078DD4F2A81}"/>
              </a:ext>
            </a:extLst>
          </p:cNvPr>
          <p:cNvSpPr/>
          <p:nvPr/>
        </p:nvSpPr>
        <p:spPr>
          <a:xfrm>
            <a:off x="4571487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 err="1">
                <a:solidFill>
                  <a:srgbClr val="F3F3F3"/>
                </a:solidFill>
                <a:latin typeface="Barlow Semi Condensed" panose="00000506000000000000" pitchFamily="2" charset="0"/>
              </a:rPr>
              <a:t>fifo</a:t>
            </a:r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 port</a:t>
            </a:r>
            <a:endParaRPr lang="he-IL" sz="1200" dirty="0">
              <a:solidFill>
                <a:srgbClr val="F3F3F3"/>
              </a:solidFill>
            </a:endParaRPr>
          </a:p>
        </p:txBody>
      </p:sp>
      <p:sp>
        <p:nvSpPr>
          <p:cNvPr id="110" name="Rectangle 109">
            <a:hlinkClick r:id="rId7" action="ppaction://hlinksldjump"/>
            <a:extLst>
              <a:ext uri="{FF2B5EF4-FFF2-40B4-BE49-F238E27FC236}">
                <a16:creationId xmlns:a16="http://schemas.microsoft.com/office/drawing/2014/main" id="{C025AD48-253A-DF21-AFB0-B79B84CBAB2F}"/>
              </a:ext>
            </a:extLst>
          </p:cNvPr>
          <p:cNvSpPr/>
          <p:nvPr/>
        </p:nvSpPr>
        <p:spPr>
          <a:xfrm>
            <a:off x="6095316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pass through</a:t>
            </a:r>
            <a:endParaRPr lang="he-IL" sz="1200" dirty="0">
              <a:solidFill>
                <a:srgbClr val="F3F3F3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111" name="Rectangle 110">
            <a:hlinkClick r:id="rId8" action="ppaction://hlinksldjump"/>
            <a:extLst>
              <a:ext uri="{FF2B5EF4-FFF2-40B4-BE49-F238E27FC236}">
                <a16:creationId xmlns:a16="http://schemas.microsoft.com/office/drawing/2014/main" id="{70D4F892-C3A9-9FB4-52AE-4FD2C1FED969}"/>
              </a:ext>
            </a:extLst>
          </p:cNvPr>
          <p:cNvSpPr/>
          <p:nvPr/>
        </p:nvSpPr>
        <p:spPr>
          <a:xfrm>
            <a:off x="7619145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analysis port</a:t>
            </a:r>
            <a:endParaRPr lang="he-IL" sz="1200" dirty="0">
              <a:solidFill>
                <a:srgbClr val="F3F3F3"/>
              </a:solidFill>
              <a:latin typeface="Barlow Semi Condensed" panose="000005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3922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54F7B1E-89D7-A7E8-CFEB-9DE95DEF1AE2}"/>
              </a:ext>
            </a:extLst>
          </p:cNvPr>
          <p:cNvSpPr/>
          <p:nvPr/>
        </p:nvSpPr>
        <p:spPr>
          <a:xfrm>
            <a:off x="2055" y="4616575"/>
            <a:ext cx="9141945" cy="526925"/>
          </a:xfrm>
          <a:prstGeom prst="rect">
            <a:avLst/>
          </a:prstGeom>
          <a:solidFill>
            <a:srgbClr val="4949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302123E-3251-8A88-F568-023E2E4634D1}"/>
              </a:ext>
            </a:extLst>
          </p:cNvPr>
          <p:cNvGrpSpPr/>
          <p:nvPr/>
        </p:nvGrpSpPr>
        <p:grpSpPr>
          <a:xfrm>
            <a:off x="1753837" y="4213945"/>
            <a:ext cx="1086024" cy="805259"/>
            <a:chOff x="1519239" y="2389716"/>
            <a:chExt cx="1233218" cy="914400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695D133-9EDA-3471-B780-1301461AFABB}"/>
                </a:ext>
              </a:extLst>
            </p:cNvPr>
            <p:cNvSpPr/>
            <p:nvPr/>
          </p:nvSpPr>
          <p:spPr>
            <a:xfrm>
              <a:off x="1519239" y="2846916"/>
              <a:ext cx="261966" cy="157050"/>
            </a:xfrm>
            <a:custGeom>
              <a:avLst/>
              <a:gdLst>
                <a:gd name="connsiteX0" fmla="*/ 0 w 261966"/>
                <a:gd name="connsiteY0" fmla="*/ 0 h 157050"/>
                <a:gd name="connsiteX1" fmla="*/ 261966 w 261966"/>
                <a:gd name="connsiteY1" fmla="*/ 0 h 157050"/>
                <a:gd name="connsiteX2" fmla="*/ 261966 w 261966"/>
                <a:gd name="connsiteY2" fmla="*/ 157050 h 157050"/>
                <a:gd name="connsiteX3" fmla="*/ 193046 w 261966"/>
                <a:gd name="connsiteY3" fmla="*/ 157050 h 157050"/>
                <a:gd name="connsiteX4" fmla="*/ 176140 w 261966"/>
                <a:gd name="connsiteY4" fmla="*/ 124587 h 157050"/>
                <a:gd name="connsiteX5" fmla="*/ 0 w 261966"/>
                <a:gd name="connsiteY5" fmla="*/ 0 h 157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66" h="157050">
                  <a:moveTo>
                    <a:pt x="0" y="0"/>
                  </a:moveTo>
                  <a:lnTo>
                    <a:pt x="261966" y="0"/>
                  </a:lnTo>
                  <a:lnTo>
                    <a:pt x="261966" y="157050"/>
                  </a:lnTo>
                  <a:lnTo>
                    <a:pt x="193046" y="157050"/>
                  </a:lnTo>
                  <a:lnTo>
                    <a:pt x="176140" y="124587"/>
                  </a:lnTo>
                  <a:cubicBezTo>
                    <a:pt x="129618" y="47179"/>
                    <a:pt x="67819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he-IL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88D345B-91F6-F37B-6FC2-6EC95127F4A4}"/>
                </a:ext>
              </a:extLst>
            </p:cNvPr>
            <p:cNvSpPr/>
            <p:nvPr/>
          </p:nvSpPr>
          <p:spPr>
            <a:xfrm flipH="1">
              <a:off x="2490491" y="2842266"/>
              <a:ext cx="261966" cy="157050"/>
            </a:xfrm>
            <a:custGeom>
              <a:avLst/>
              <a:gdLst>
                <a:gd name="connsiteX0" fmla="*/ 0 w 261966"/>
                <a:gd name="connsiteY0" fmla="*/ 0 h 157050"/>
                <a:gd name="connsiteX1" fmla="*/ 261966 w 261966"/>
                <a:gd name="connsiteY1" fmla="*/ 0 h 157050"/>
                <a:gd name="connsiteX2" fmla="*/ 261966 w 261966"/>
                <a:gd name="connsiteY2" fmla="*/ 157050 h 157050"/>
                <a:gd name="connsiteX3" fmla="*/ 193046 w 261966"/>
                <a:gd name="connsiteY3" fmla="*/ 157050 h 157050"/>
                <a:gd name="connsiteX4" fmla="*/ 176140 w 261966"/>
                <a:gd name="connsiteY4" fmla="*/ 124587 h 157050"/>
                <a:gd name="connsiteX5" fmla="*/ 0 w 261966"/>
                <a:gd name="connsiteY5" fmla="*/ 0 h 157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66" h="157050">
                  <a:moveTo>
                    <a:pt x="0" y="0"/>
                  </a:moveTo>
                  <a:lnTo>
                    <a:pt x="261966" y="0"/>
                  </a:lnTo>
                  <a:lnTo>
                    <a:pt x="261966" y="157050"/>
                  </a:lnTo>
                  <a:lnTo>
                    <a:pt x="193046" y="157050"/>
                  </a:lnTo>
                  <a:lnTo>
                    <a:pt x="176140" y="124587"/>
                  </a:lnTo>
                  <a:cubicBezTo>
                    <a:pt x="129618" y="47179"/>
                    <a:pt x="67819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he-IL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D708BA5-978F-06F4-FDB9-366CB7234E21}"/>
                </a:ext>
              </a:extLst>
            </p:cNvPr>
            <p:cNvSpPr/>
            <p:nvPr/>
          </p:nvSpPr>
          <p:spPr>
            <a:xfrm>
              <a:off x="1678648" y="2389716"/>
              <a:ext cx="914400" cy="914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sp>
        <p:nvSpPr>
          <p:cNvPr id="53" name="Rectangle 52">
            <a:hlinkClick r:id="rId3" action="ppaction://hlinksldjump"/>
            <a:extLst>
              <a:ext uri="{FF2B5EF4-FFF2-40B4-BE49-F238E27FC236}">
                <a16:creationId xmlns:a16="http://schemas.microsoft.com/office/drawing/2014/main" id="{53ED492F-F72A-E2B1-4C47-DC6CFC1A8467}"/>
              </a:ext>
            </a:extLst>
          </p:cNvPr>
          <p:cNvSpPr/>
          <p:nvPr/>
        </p:nvSpPr>
        <p:spPr>
          <a:xfrm>
            <a:off x="0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introduction</a:t>
            </a:r>
            <a:endParaRPr lang="he-IL" sz="1200" dirty="0">
              <a:solidFill>
                <a:srgbClr val="F3F3F3"/>
              </a:solidFill>
            </a:endParaRPr>
          </a:p>
        </p:txBody>
      </p:sp>
      <p:sp>
        <p:nvSpPr>
          <p:cNvPr id="54" name="Rectangle 53">
            <a:hlinkClick r:id="rId4" action="ppaction://hlinksldjump"/>
            <a:extLst>
              <a:ext uri="{FF2B5EF4-FFF2-40B4-BE49-F238E27FC236}">
                <a16:creationId xmlns:a16="http://schemas.microsoft.com/office/drawing/2014/main" id="{78603B2B-2869-202A-89FD-129864F189B3}"/>
              </a:ext>
            </a:extLst>
          </p:cNvPr>
          <p:cNvSpPr/>
          <p:nvPr/>
        </p:nvSpPr>
        <p:spPr>
          <a:xfrm>
            <a:off x="1523829" y="4345107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494949"/>
                </a:solidFill>
                <a:latin typeface="Barlow Semi Condensed" panose="00000506000000000000" pitchFamily="2" charset="0"/>
              </a:rPr>
              <a:t>pull port</a:t>
            </a:r>
            <a:endParaRPr lang="he-IL" sz="1200" dirty="0">
              <a:solidFill>
                <a:srgbClr val="494949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55" name="Rectangle 54">
            <a:hlinkClick r:id="rId5" action="ppaction://hlinksldjump"/>
            <a:extLst>
              <a:ext uri="{FF2B5EF4-FFF2-40B4-BE49-F238E27FC236}">
                <a16:creationId xmlns:a16="http://schemas.microsoft.com/office/drawing/2014/main" id="{BB7E9206-22D2-34E6-71D8-DD97606C1EBC}"/>
              </a:ext>
            </a:extLst>
          </p:cNvPr>
          <p:cNvSpPr/>
          <p:nvPr/>
        </p:nvSpPr>
        <p:spPr>
          <a:xfrm>
            <a:off x="3047658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push port</a:t>
            </a:r>
            <a:endParaRPr lang="he-IL" sz="1200" dirty="0">
              <a:solidFill>
                <a:srgbClr val="F3F3F3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56" name="Rectangle 55">
            <a:hlinkClick r:id="rId6" action="ppaction://hlinksldjump"/>
            <a:extLst>
              <a:ext uri="{FF2B5EF4-FFF2-40B4-BE49-F238E27FC236}">
                <a16:creationId xmlns:a16="http://schemas.microsoft.com/office/drawing/2014/main" id="{82F9CE42-44BF-28C8-F7CD-6FB79A5F83E3}"/>
              </a:ext>
            </a:extLst>
          </p:cNvPr>
          <p:cNvSpPr/>
          <p:nvPr/>
        </p:nvSpPr>
        <p:spPr>
          <a:xfrm>
            <a:off x="4571487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 err="1">
                <a:solidFill>
                  <a:srgbClr val="F3F3F3"/>
                </a:solidFill>
                <a:latin typeface="Barlow Semi Condensed" panose="00000506000000000000" pitchFamily="2" charset="0"/>
              </a:rPr>
              <a:t>fifo</a:t>
            </a:r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 port</a:t>
            </a:r>
            <a:endParaRPr lang="he-IL" sz="1200" dirty="0">
              <a:solidFill>
                <a:srgbClr val="F3F3F3"/>
              </a:solidFill>
            </a:endParaRPr>
          </a:p>
        </p:txBody>
      </p:sp>
      <p:sp>
        <p:nvSpPr>
          <p:cNvPr id="57" name="Rectangle 56">
            <a:hlinkClick r:id="rId7" action="ppaction://hlinksldjump"/>
            <a:extLst>
              <a:ext uri="{FF2B5EF4-FFF2-40B4-BE49-F238E27FC236}">
                <a16:creationId xmlns:a16="http://schemas.microsoft.com/office/drawing/2014/main" id="{91557D30-DC9F-B407-F9CB-D3B67F7FA02D}"/>
              </a:ext>
            </a:extLst>
          </p:cNvPr>
          <p:cNvSpPr/>
          <p:nvPr/>
        </p:nvSpPr>
        <p:spPr>
          <a:xfrm>
            <a:off x="6095316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pass through</a:t>
            </a:r>
            <a:endParaRPr lang="he-IL" sz="1200" dirty="0">
              <a:solidFill>
                <a:srgbClr val="F3F3F3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58" name="Rectangle 57">
            <a:hlinkClick r:id="rId8" action="ppaction://hlinksldjump"/>
            <a:extLst>
              <a:ext uri="{FF2B5EF4-FFF2-40B4-BE49-F238E27FC236}">
                <a16:creationId xmlns:a16="http://schemas.microsoft.com/office/drawing/2014/main" id="{1A6CFFF7-7ECD-DA95-B108-ED9732F91CB3}"/>
              </a:ext>
            </a:extLst>
          </p:cNvPr>
          <p:cNvSpPr/>
          <p:nvPr/>
        </p:nvSpPr>
        <p:spPr>
          <a:xfrm>
            <a:off x="7619145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analysis port</a:t>
            </a:r>
            <a:endParaRPr lang="he-IL" sz="1200" dirty="0">
              <a:solidFill>
                <a:srgbClr val="F3F3F3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59" name="Google Shape;2178;p39">
            <a:extLst>
              <a:ext uri="{FF2B5EF4-FFF2-40B4-BE49-F238E27FC236}">
                <a16:creationId xmlns:a16="http://schemas.microsoft.com/office/drawing/2014/main" id="{713FF502-5B95-841F-ED35-4A2CC3761D87}"/>
              </a:ext>
            </a:extLst>
          </p:cNvPr>
          <p:cNvSpPr txBox="1">
            <a:spLocks/>
          </p:cNvSpPr>
          <p:nvPr/>
        </p:nvSpPr>
        <p:spPr>
          <a:xfrm>
            <a:off x="2167200" y="2808477"/>
            <a:ext cx="4809600" cy="11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 dirty="0">
                <a:solidFill>
                  <a:schemeClr val="dk2"/>
                </a:solidFill>
                <a:latin typeface="Barlow Semi Condensed"/>
                <a:sym typeface="Barlow Semi Condensed"/>
              </a:rPr>
              <a:t>The consumer start the transaction</a:t>
            </a:r>
          </a:p>
          <a:p>
            <a:pPr algn="ctr"/>
            <a:r>
              <a:rPr lang="en-US" sz="1600" dirty="0">
                <a:solidFill>
                  <a:schemeClr val="dk2"/>
                </a:solidFill>
                <a:latin typeface="Barlow Semi Condensed"/>
                <a:sym typeface="Barlow Semi Condensed"/>
              </a:rPr>
              <a:t>Connection one to one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5899D63-A055-8EA3-5B24-11E1140488F6}"/>
              </a:ext>
            </a:extLst>
          </p:cNvPr>
          <p:cNvGrpSpPr/>
          <p:nvPr/>
        </p:nvGrpSpPr>
        <p:grpSpPr>
          <a:xfrm>
            <a:off x="1886044" y="1424039"/>
            <a:ext cx="5371912" cy="638072"/>
            <a:chOff x="1886044" y="1424039"/>
            <a:chExt cx="5371912" cy="638072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2F6382F-3A9C-095F-516C-9D3287D85E48}"/>
                </a:ext>
              </a:extLst>
            </p:cNvPr>
            <p:cNvSpPr/>
            <p:nvPr/>
          </p:nvSpPr>
          <p:spPr>
            <a:xfrm>
              <a:off x="1886044" y="1424039"/>
              <a:ext cx="1424485" cy="638071"/>
            </a:xfrm>
            <a:prstGeom prst="rect">
              <a:avLst/>
            </a:prstGeom>
            <a:ln w="12700">
              <a:solidFill>
                <a:srgbClr val="4949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200" dirty="0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implements </a:t>
              </a:r>
              <a:r>
                <a:rPr lang="en-US" sz="1200" b="1" dirty="0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get()</a:t>
              </a:r>
              <a:endParaRPr lang="he-IL" sz="1200" b="1" dirty="0">
                <a:solidFill>
                  <a:srgbClr val="494949"/>
                </a:solidFill>
                <a:latin typeface="Barlow Semi Condensed" panose="00000506000000000000" pitchFamily="2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29508B0-E491-BBF2-99BD-B370A5FF0A35}"/>
                </a:ext>
              </a:extLst>
            </p:cNvPr>
            <p:cNvSpPr/>
            <p:nvPr/>
          </p:nvSpPr>
          <p:spPr>
            <a:xfrm>
              <a:off x="5833471" y="1424040"/>
              <a:ext cx="1424485" cy="638071"/>
            </a:xfrm>
            <a:prstGeom prst="rect">
              <a:avLst/>
            </a:prstGeom>
            <a:ln w="12700">
              <a:solidFill>
                <a:srgbClr val="4949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200" dirty="0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use </a:t>
              </a:r>
              <a:r>
                <a:rPr lang="en-US" sz="1200" b="1" dirty="0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get()</a:t>
              </a:r>
              <a:endParaRPr lang="he-IL" sz="1200" b="1" dirty="0">
                <a:solidFill>
                  <a:srgbClr val="494949"/>
                </a:solidFill>
                <a:latin typeface="Barlow Semi Condensed" panose="00000506000000000000" pitchFamily="2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3C821DE-6016-0C0D-584B-F5D56FC7AEE1}"/>
                </a:ext>
              </a:extLst>
            </p:cNvPr>
            <p:cNvSpPr/>
            <p:nvPr/>
          </p:nvSpPr>
          <p:spPr>
            <a:xfrm>
              <a:off x="5582011" y="1618206"/>
              <a:ext cx="251460" cy="251460"/>
            </a:xfrm>
            <a:prstGeom prst="rect">
              <a:avLst/>
            </a:prstGeom>
            <a:solidFill>
              <a:srgbClr val="4949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2235F02-29C3-9DC7-E129-69392974831D}"/>
                </a:ext>
              </a:extLst>
            </p:cNvPr>
            <p:cNvSpPr/>
            <p:nvPr/>
          </p:nvSpPr>
          <p:spPr>
            <a:xfrm>
              <a:off x="3310529" y="1617343"/>
              <a:ext cx="251462" cy="251462"/>
            </a:xfrm>
            <a:prstGeom prst="ellipse">
              <a:avLst/>
            </a:prstGeom>
            <a:solidFill>
              <a:srgbClr val="4949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776CDB5-3093-5455-C357-CAC79575D8FE}"/>
                </a:ext>
              </a:extLst>
            </p:cNvPr>
            <p:cNvCxnSpPr>
              <a:cxnSpLocks/>
              <a:stCxn id="64" idx="6"/>
            </p:cNvCxnSpPr>
            <p:nvPr/>
          </p:nvCxnSpPr>
          <p:spPr>
            <a:xfrm>
              <a:off x="3561991" y="1743074"/>
              <a:ext cx="2020018" cy="2"/>
            </a:xfrm>
            <a:prstGeom prst="line">
              <a:avLst/>
            </a:prstGeom>
            <a:ln w="19050">
              <a:solidFill>
                <a:srgbClr val="4949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948544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F4B1F475-9015-038A-318B-1C3F2CB54AAF}"/>
              </a:ext>
            </a:extLst>
          </p:cNvPr>
          <p:cNvSpPr/>
          <p:nvPr/>
        </p:nvSpPr>
        <p:spPr>
          <a:xfrm>
            <a:off x="2055" y="4616575"/>
            <a:ext cx="9141945" cy="526925"/>
          </a:xfrm>
          <a:prstGeom prst="rect">
            <a:avLst/>
          </a:prstGeom>
          <a:solidFill>
            <a:srgbClr val="4949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8A66074-31CE-4908-8F24-C5B87E284CE7}"/>
              </a:ext>
            </a:extLst>
          </p:cNvPr>
          <p:cNvGrpSpPr/>
          <p:nvPr/>
        </p:nvGrpSpPr>
        <p:grpSpPr>
          <a:xfrm>
            <a:off x="3269899" y="4213945"/>
            <a:ext cx="1086024" cy="805259"/>
            <a:chOff x="1519239" y="2389716"/>
            <a:chExt cx="1233218" cy="914400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37600B9-B10D-F014-5FC2-3458AC9C950D}"/>
                </a:ext>
              </a:extLst>
            </p:cNvPr>
            <p:cNvSpPr/>
            <p:nvPr/>
          </p:nvSpPr>
          <p:spPr>
            <a:xfrm>
              <a:off x="1519239" y="2846916"/>
              <a:ext cx="261966" cy="157050"/>
            </a:xfrm>
            <a:custGeom>
              <a:avLst/>
              <a:gdLst>
                <a:gd name="connsiteX0" fmla="*/ 0 w 261966"/>
                <a:gd name="connsiteY0" fmla="*/ 0 h 157050"/>
                <a:gd name="connsiteX1" fmla="*/ 261966 w 261966"/>
                <a:gd name="connsiteY1" fmla="*/ 0 h 157050"/>
                <a:gd name="connsiteX2" fmla="*/ 261966 w 261966"/>
                <a:gd name="connsiteY2" fmla="*/ 157050 h 157050"/>
                <a:gd name="connsiteX3" fmla="*/ 193046 w 261966"/>
                <a:gd name="connsiteY3" fmla="*/ 157050 h 157050"/>
                <a:gd name="connsiteX4" fmla="*/ 176140 w 261966"/>
                <a:gd name="connsiteY4" fmla="*/ 124587 h 157050"/>
                <a:gd name="connsiteX5" fmla="*/ 0 w 261966"/>
                <a:gd name="connsiteY5" fmla="*/ 0 h 157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66" h="157050">
                  <a:moveTo>
                    <a:pt x="0" y="0"/>
                  </a:moveTo>
                  <a:lnTo>
                    <a:pt x="261966" y="0"/>
                  </a:lnTo>
                  <a:lnTo>
                    <a:pt x="261966" y="157050"/>
                  </a:lnTo>
                  <a:lnTo>
                    <a:pt x="193046" y="157050"/>
                  </a:lnTo>
                  <a:lnTo>
                    <a:pt x="176140" y="124587"/>
                  </a:lnTo>
                  <a:cubicBezTo>
                    <a:pt x="129618" y="47179"/>
                    <a:pt x="67819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he-IL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323751A-5F4A-7D67-E128-44E35F59DA6A}"/>
                </a:ext>
              </a:extLst>
            </p:cNvPr>
            <p:cNvSpPr/>
            <p:nvPr/>
          </p:nvSpPr>
          <p:spPr>
            <a:xfrm flipH="1">
              <a:off x="2490491" y="2842266"/>
              <a:ext cx="261966" cy="157050"/>
            </a:xfrm>
            <a:custGeom>
              <a:avLst/>
              <a:gdLst>
                <a:gd name="connsiteX0" fmla="*/ 0 w 261966"/>
                <a:gd name="connsiteY0" fmla="*/ 0 h 157050"/>
                <a:gd name="connsiteX1" fmla="*/ 261966 w 261966"/>
                <a:gd name="connsiteY1" fmla="*/ 0 h 157050"/>
                <a:gd name="connsiteX2" fmla="*/ 261966 w 261966"/>
                <a:gd name="connsiteY2" fmla="*/ 157050 h 157050"/>
                <a:gd name="connsiteX3" fmla="*/ 193046 w 261966"/>
                <a:gd name="connsiteY3" fmla="*/ 157050 h 157050"/>
                <a:gd name="connsiteX4" fmla="*/ 176140 w 261966"/>
                <a:gd name="connsiteY4" fmla="*/ 124587 h 157050"/>
                <a:gd name="connsiteX5" fmla="*/ 0 w 261966"/>
                <a:gd name="connsiteY5" fmla="*/ 0 h 157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66" h="157050">
                  <a:moveTo>
                    <a:pt x="0" y="0"/>
                  </a:moveTo>
                  <a:lnTo>
                    <a:pt x="261966" y="0"/>
                  </a:lnTo>
                  <a:lnTo>
                    <a:pt x="261966" y="157050"/>
                  </a:lnTo>
                  <a:lnTo>
                    <a:pt x="193046" y="157050"/>
                  </a:lnTo>
                  <a:lnTo>
                    <a:pt x="176140" y="124587"/>
                  </a:lnTo>
                  <a:cubicBezTo>
                    <a:pt x="129618" y="47179"/>
                    <a:pt x="67819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he-IL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91C22E0-B9A7-F7F5-6AD8-C2EB0BDF0ADB}"/>
                </a:ext>
              </a:extLst>
            </p:cNvPr>
            <p:cNvSpPr/>
            <p:nvPr/>
          </p:nvSpPr>
          <p:spPr>
            <a:xfrm>
              <a:off x="1678648" y="2389716"/>
              <a:ext cx="914400" cy="914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sp>
        <p:nvSpPr>
          <p:cNvPr id="55" name="Rectangle 54">
            <a:hlinkClick r:id="rId2" action="ppaction://hlinksldjump"/>
            <a:extLst>
              <a:ext uri="{FF2B5EF4-FFF2-40B4-BE49-F238E27FC236}">
                <a16:creationId xmlns:a16="http://schemas.microsoft.com/office/drawing/2014/main" id="{A323A945-3C0A-3603-6AEC-79279178E263}"/>
              </a:ext>
            </a:extLst>
          </p:cNvPr>
          <p:cNvSpPr/>
          <p:nvPr/>
        </p:nvSpPr>
        <p:spPr>
          <a:xfrm>
            <a:off x="0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introduction</a:t>
            </a:r>
            <a:endParaRPr lang="he-IL" sz="1200" dirty="0">
              <a:solidFill>
                <a:srgbClr val="F3F3F3"/>
              </a:solidFill>
            </a:endParaRPr>
          </a:p>
        </p:txBody>
      </p:sp>
      <p:sp>
        <p:nvSpPr>
          <p:cNvPr id="56" name="Rectangle 55">
            <a:hlinkClick r:id="rId3" action="ppaction://hlinksldjump"/>
            <a:extLst>
              <a:ext uri="{FF2B5EF4-FFF2-40B4-BE49-F238E27FC236}">
                <a16:creationId xmlns:a16="http://schemas.microsoft.com/office/drawing/2014/main" id="{1FFB4400-2F3C-9B0B-48CF-C1DD16171528}"/>
              </a:ext>
            </a:extLst>
          </p:cNvPr>
          <p:cNvSpPr/>
          <p:nvPr/>
        </p:nvSpPr>
        <p:spPr>
          <a:xfrm>
            <a:off x="1523829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pull port</a:t>
            </a:r>
            <a:endParaRPr lang="he-IL" sz="1200" dirty="0">
              <a:solidFill>
                <a:srgbClr val="F3F3F3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57" name="Rectangle 56">
            <a:hlinkClick r:id="rId4" action="ppaction://hlinksldjump"/>
            <a:extLst>
              <a:ext uri="{FF2B5EF4-FFF2-40B4-BE49-F238E27FC236}">
                <a16:creationId xmlns:a16="http://schemas.microsoft.com/office/drawing/2014/main" id="{B9A496DD-B5D5-41F5-3704-8E67425283B5}"/>
              </a:ext>
            </a:extLst>
          </p:cNvPr>
          <p:cNvSpPr/>
          <p:nvPr/>
        </p:nvSpPr>
        <p:spPr>
          <a:xfrm>
            <a:off x="3047658" y="4346697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494949"/>
                </a:solidFill>
                <a:latin typeface="Barlow Semi Condensed" panose="00000506000000000000" pitchFamily="2" charset="0"/>
              </a:rPr>
              <a:t>push port</a:t>
            </a:r>
            <a:endParaRPr lang="he-IL" sz="1200" dirty="0">
              <a:solidFill>
                <a:srgbClr val="494949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58" name="Rectangle 57">
            <a:hlinkClick r:id="rId5" action="ppaction://hlinksldjump"/>
            <a:extLst>
              <a:ext uri="{FF2B5EF4-FFF2-40B4-BE49-F238E27FC236}">
                <a16:creationId xmlns:a16="http://schemas.microsoft.com/office/drawing/2014/main" id="{EBFF42E1-2F61-3C17-A2D7-AFF4E962ED4F}"/>
              </a:ext>
            </a:extLst>
          </p:cNvPr>
          <p:cNvSpPr/>
          <p:nvPr/>
        </p:nvSpPr>
        <p:spPr>
          <a:xfrm>
            <a:off x="4571487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 err="1">
                <a:solidFill>
                  <a:srgbClr val="F3F3F3"/>
                </a:solidFill>
                <a:latin typeface="Barlow Semi Condensed" panose="00000506000000000000" pitchFamily="2" charset="0"/>
              </a:rPr>
              <a:t>fifo</a:t>
            </a:r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 port</a:t>
            </a:r>
            <a:endParaRPr lang="he-IL" sz="1200" dirty="0">
              <a:solidFill>
                <a:srgbClr val="F3F3F3"/>
              </a:solidFill>
            </a:endParaRPr>
          </a:p>
        </p:txBody>
      </p:sp>
      <p:sp>
        <p:nvSpPr>
          <p:cNvPr id="59" name="Rectangle 58">
            <a:hlinkClick r:id="rId6" action="ppaction://hlinksldjump"/>
            <a:extLst>
              <a:ext uri="{FF2B5EF4-FFF2-40B4-BE49-F238E27FC236}">
                <a16:creationId xmlns:a16="http://schemas.microsoft.com/office/drawing/2014/main" id="{C19191C0-C66C-9077-BAB9-197CD178518D}"/>
              </a:ext>
            </a:extLst>
          </p:cNvPr>
          <p:cNvSpPr/>
          <p:nvPr/>
        </p:nvSpPr>
        <p:spPr>
          <a:xfrm>
            <a:off x="6095316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pass through</a:t>
            </a:r>
            <a:endParaRPr lang="he-IL" sz="1200" dirty="0">
              <a:solidFill>
                <a:srgbClr val="F3F3F3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60" name="Rectangle 59">
            <a:hlinkClick r:id="rId7" action="ppaction://hlinksldjump"/>
            <a:extLst>
              <a:ext uri="{FF2B5EF4-FFF2-40B4-BE49-F238E27FC236}">
                <a16:creationId xmlns:a16="http://schemas.microsoft.com/office/drawing/2014/main" id="{94920FFA-8D21-B9A5-7FD6-F2A089BC276E}"/>
              </a:ext>
            </a:extLst>
          </p:cNvPr>
          <p:cNvSpPr/>
          <p:nvPr/>
        </p:nvSpPr>
        <p:spPr>
          <a:xfrm>
            <a:off x="7619145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analysis port</a:t>
            </a:r>
            <a:endParaRPr lang="he-IL" sz="1200" dirty="0">
              <a:solidFill>
                <a:srgbClr val="F3F3F3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62" name="Google Shape;2178;p39">
            <a:extLst>
              <a:ext uri="{FF2B5EF4-FFF2-40B4-BE49-F238E27FC236}">
                <a16:creationId xmlns:a16="http://schemas.microsoft.com/office/drawing/2014/main" id="{D1C3CE90-8A79-EFDB-0404-97C72AD05AE3}"/>
              </a:ext>
            </a:extLst>
          </p:cNvPr>
          <p:cNvSpPr txBox="1">
            <a:spLocks/>
          </p:cNvSpPr>
          <p:nvPr/>
        </p:nvSpPr>
        <p:spPr>
          <a:xfrm>
            <a:off x="2167200" y="2808477"/>
            <a:ext cx="4809600" cy="11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 dirty="0">
                <a:solidFill>
                  <a:schemeClr val="dk2"/>
                </a:solidFill>
                <a:latin typeface="Barlow Semi Condensed"/>
                <a:sym typeface="Barlow Semi Condensed"/>
              </a:rPr>
              <a:t>The producer start the transaction</a:t>
            </a:r>
          </a:p>
          <a:p>
            <a:pPr algn="ctr"/>
            <a:r>
              <a:rPr lang="en-US" sz="1600" dirty="0">
                <a:solidFill>
                  <a:schemeClr val="dk2"/>
                </a:solidFill>
                <a:latin typeface="Barlow Semi Condensed"/>
                <a:sym typeface="Barlow Semi Condensed"/>
              </a:rPr>
              <a:t>Connection one to one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9EA1F09-CFDA-ED17-9CFE-83310BFA759C}"/>
              </a:ext>
            </a:extLst>
          </p:cNvPr>
          <p:cNvGrpSpPr/>
          <p:nvPr/>
        </p:nvGrpSpPr>
        <p:grpSpPr>
          <a:xfrm>
            <a:off x="1886044" y="1424039"/>
            <a:ext cx="5371912" cy="638072"/>
            <a:chOff x="1886044" y="1424039"/>
            <a:chExt cx="5371912" cy="638072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CDDCFAB-3DBC-6DC3-3AE6-23AA8382A220}"/>
                </a:ext>
              </a:extLst>
            </p:cNvPr>
            <p:cNvSpPr/>
            <p:nvPr/>
          </p:nvSpPr>
          <p:spPr>
            <a:xfrm>
              <a:off x="1886044" y="1424039"/>
              <a:ext cx="1424485" cy="638071"/>
            </a:xfrm>
            <a:prstGeom prst="rect">
              <a:avLst/>
            </a:prstGeom>
            <a:ln w="12700">
              <a:solidFill>
                <a:srgbClr val="4949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200" dirty="0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use </a:t>
              </a:r>
              <a:r>
                <a:rPr lang="en-US" sz="1200" b="1" dirty="0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write()</a:t>
              </a:r>
              <a:endParaRPr lang="he-IL" sz="1200" b="1" dirty="0">
                <a:solidFill>
                  <a:srgbClr val="494949"/>
                </a:solidFill>
                <a:latin typeface="Barlow Semi Condensed" panose="00000506000000000000" pitchFamily="2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07A5EF2-BB06-780D-2541-1692C703178A}"/>
                </a:ext>
              </a:extLst>
            </p:cNvPr>
            <p:cNvSpPr/>
            <p:nvPr/>
          </p:nvSpPr>
          <p:spPr>
            <a:xfrm>
              <a:off x="5833471" y="1424040"/>
              <a:ext cx="1424485" cy="638071"/>
            </a:xfrm>
            <a:prstGeom prst="rect">
              <a:avLst/>
            </a:prstGeom>
            <a:ln w="12700">
              <a:solidFill>
                <a:srgbClr val="4949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200" dirty="0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implements </a:t>
              </a:r>
              <a:r>
                <a:rPr lang="en-US" sz="1200" b="1" dirty="0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write()</a:t>
              </a:r>
              <a:endParaRPr lang="he-IL" sz="1200" b="1" dirty="0">
                <a:solidFill>
                  <a:srgbClr val="494949"/>
                </a:solidFill>
                <a:latin typeface="Barlow Semi Condensed" panose="00000506000000000000" pitchFamily="2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CE0382-E82F-CACA-8BB5-CB07B4252BAE}"/>
                </a:ext>
              </a:extLst>
            </p:cNvPr>
            <p:cNvSpPr/>
            <p:nvPr/>
          </p:nvSpPr>
          <p:spPr>
            <a:xfrm>
              <a:off x="3310531" y="1617345"/>
              <a:ext cx="251460" cy="251460"/>
            </a:xfrm>
            <a:prstGeom prst="rect">
              <a:avLst/>
            </a:prstGeom>
            <a:solidFill>
              <a:srgbClr val="4949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2A2C61FE-62E4-9C70-873D-68C0001CE19A}"/>
                </a:ext>
              </a:extLst>
            </p:cNvPr>
            <p:cNvSpPr/>
            <p:nvPr/>
          </p:nvSpPr>
          <p:spPr>
            <a:xfrm>
              <a:off x="5582009" y="1617345"/>
              <a:ext cx="251462" cy="251462"/>
            </a:xfrm>
            <a:prstGeom prst="ellipse">
              <a:avLst/>
            </a:prstGeom>
            <a:solidFill>
              <a:srgbClr val="4949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144D3DA-F51A-42B0-E719-E5F3F8035DEA}"/>
                </a:ext>
              </a:extLst>
            </p:cNvPr>
            <p:cNvCxnSpPr>
              <a:cxnSpLocks/>
              <a:stCxn id="65" idx="3"/>
            </p:cNvCxnSpPr>
            <p:nvPr/>
          </p:nvCxnSpPr>
          <p:spPr>
            <a:xfrm>
              <a:off x="3561991" y="1743075"/>
              <a:ext cx="2020018" cy="1"/>
            </a:xfrm>
            <a:prstGeom prst="line">
              <a:avLst/>
            </a:prstGeom>
            <a:ln w="19050">
              <a:solidFill>
                <a:srgbClr val="4949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793895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09A7B823-1DCA-E83B-4F57-F5CE865734B0}"/>
              </a:ext>
            </a:extLst>
          </p:cNvPr>
          <p:cNvSpPr/>
          <p:nvPr/>
        </p:nvSpPr>
        <p:spPr>
          <a:xfrm>
            <a:off x="2055" y="4616575"/>
            <a:ext cx="9141945" cy="526925"/>
          </a:xfrm>
          <a:prstGeom prst="rect">
            <a:avLst/>
          </a:prstGeom>
          <a:solidFill>
            <a:srgbClr val="4949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99E16E5-1A31-BB7F-2F02-7B23C2D08F45}"/>
              </a:ext>
            </a:extLst>
          </p:cNvPr>
          <p:cNvGrpSpPr/>
          <p:nvPr/>
        </p:nvGrpSpPr>
        <p:grpSpPr>
          <a:xfrm>
            <a:off x="4781199" y="4213945"/>
            <a:ext cx="1086024" cy="805259"/>
            <a:chOff x="1519239" y="2389716"/>
            <a:chExt cx="1233218" cy="914400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E73EB68-16A4-EE19-C79E-82AE4012DF67}"/>
                </a:ext>
              </a:extLst>
            </p:cNvPr>
            <p:cNvSpPr/>
            <p:nvPr/>
          </p:nvSpPr>
          <p:spPr>
            <a:xfrm>
              <a:off x="1519239" y="2846916"/>
              <a:ext cx="261966" cy="157050"/>
            </a:xfrm>
            <a:custGeom>
              <a:avLst/>
              <a:gdLst>
                <a:gd name="connsiteX0" fmla="*/ 0 w 261966"/>
                <a:gd name="connsiteY0" fmla="*/ 0 h 157050"/>
                <a:gd name="connsiteX1" fmla="*/ 261966 w 261966"/>
                <a:gd name="connsiteY1" fmla="*/ 0 h 157050"/>
                <a:gd name="connsiteX2" fmla="*/ 261966 w 261966"/>
                <a:gd name="connsiteY2" fmla="*/ 157050 h 157050"/>
                <a:gd name="connsiteX3" fmla="*/ 193046 w 261966"/>
                <a:gd name="connsiteY3" fmla="*/ 157050 h 157050"/>
                <a:gd name="connsiteX4" fmla="*/ 176140 w 261966"/>
                <a:gd name="connsiteY4" fmla="*/ 124587 h 157050"/>
                <a:gd name="connsiteX5" fmla="*/ 0 w 261966"/>
                <a:gd name="connsiteY5" fmla="*/ 0 h 157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66" h="157050">
                  <a:moveTo>
                    <a:pt x="0" y="0"/>
                  </a:moveTo>
                  <a:lnTo>
                    <a:pt x="261966" y="0"/>
                  </a:lnTo>
                  <a:lnTo>
                    <a:pt x="261966" y="157050"/>
                  </a:lnTo>
                  <a:lnTo>
                    <a:pt x="193046" y="157050"/>
                  </a:lnTo>
                  <a:lnTo>
                    <a:pt x="176140" y="124587"/>
                  </a:lnTo>
                  <a:cubicBezTo>
                    <a:pt x="129618" y="47179"/>
                    <a:pt x="67819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he-IL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78F9762-48EB-CC78-6148-2079194B3DCD}"/>
                </a:ext>
              </a:extLst>
            </p:cNvPr>
            <p:cNvSpPr/>
            <p:nvPr/>
          </p:nvSpPr>
          <p:spPr>
            <a:xfrm flipH="1">
              <a:off x="2490491" y="2842266"/>
              <a:ext cx="261966" cy="157050"/>
            </a:xfrm>
            <a:custGeom>
              <a:avLst/>
              <a:gdLst>
                <a:gd name="connsiteX0" fmla="*/ 0 w 261966"/>
                <a:gd name="connsiteY0" fmla="*/ 0 h 157050"/>
                <a:gd name="connsiteX1" fmla="*/ 261966 w 261966"/>
                <a:gd name="connsiteY1" fmla="*/ 0 h 157050"/>
                <a:gd name="connsiteX2" fmla="*/ 261966 w 261966"/>
                <a:gd name="connsiteY2" fmla="*/ 157050 h 157050"/>
                <a:gd name="connsiteX3" fmla="*/ 193046 w 261966"/>
                <a:gd name="connsiteY3" fmla="*/ 157050 h 157050"/>
                <a:gd name="connsiteX4" fmla="*/ 176140 w 261966"/>
                <a:gd name="connsiteY4" fmla="*/ 124587 h 157050"/>
                <a:gd name="connsiteX5" fmla="*/ 0 w 261966"/>
                <a:gd name="connsiteY5" fmla="*/ 0 h 157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66" h="157050">
                  <a:moveTo>
                    <a:pt x="0" y="0"/>
                  </a:moveTo>
                  <a:lnTo>
                    <a:pt x="261966" y="0"/>
                  </a:lnTo>
                  <a:lnTo>
                    <a:pt x="261966" y="157050"/>
                  </a:lnTo>
                  <a:lnTo>
                    <a:pt x="193046" y="157050"/>
                  </a:lnTo>
                  <a:lnTo>
                    <a:pt x="176140" y="124587"/>
                  </a:lnTo>
                  <a:cubicBezTo>
                    <a:pt x="129618" y="47179"/>
                    <a:pt x="67819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he-IL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1F9172D2-1C6E-7ADB-52C5-6229C12474DE}"/>
                </a:ext>
              </a:extLst>
            </p:cNvPr>
            <p:cNvSpPr/>
            <p:nvPr/>
          </p:nvSpPr>
          <p:spPr>
            <a:xfrm>
              <a:off x="1678648" y="2389716"/>
              <a:ext cx="914400" cy="914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sp>
        <p:nvSpPr>
          <p:cNvPr id="48" name="Rectangle 47">
            <a:hlinkClick r:id="rId2" action="ppaction://hlinksldjump"/>
            <a:extLst>
              <a:ext uri="{FF2B5EF4-FFF2-40B4-BE49-F238E27FC236}">
                <a16:creationId xmlns:a16="http://schemas.microsoft.com/office/drawing/2014/main" id="{28DA4BBF-4D11-A4F2-631D-4BEC11DB7E81}"/>
              </a:ext>
            </a:extLst>
          </p:cNvPr>
          <p:cNvSpPr/>
          <p:nvPr/>
        </p:nvSpPr>
        <p:spPr>
          <a:xfrm>
            <a:off x="0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introduction</a:t>
            </a:r>
            <a:endParaRPr lang="he-IL" sz="1200" dirty="0">
              <a:solidFill>
                <a:srgbClr val="F3F3F3"/>
              </a:solidFill>
            </a:endParaRPr>
          </a:p>
        </p:txBody>
      </p:sp>
      <p:sp>
        <p:nvSpPr>
          <p:cNvPr id="49" name="Rectangle 48">
            <a:hlinkClick r:id="rId3" action="ppaction://hlinksldjump"/>
            <a:extLst>
              <a:ext uri="{FF2B5EF4-FFF2-40B4-BE49-F238E27FC236}">
                <a16:creationId xmlns:a16="http://schemas.microsoft.com/office/drawing/2014/main" id="{9DEF225E-4A45-1C4F-5EDE-C8B203014871}"/>
              </a:ext>
            </a:extLst>
          </p:cNvPr>
          <p:cNvSpPr/>
          <p:nvPr/>
        </p:nvSpPr>
        <p:spPr>
          <a:xfrm>
            <a:off x="1523829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pull port</a:t>
            </a:r>
            <a:endParaRPr lang="he-IL" sz="1200" dirty="0">
              <a:solidFill>
                <a:srgbClr val="F3F3F3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50" name="Rectangle 49">
            <a:hlinkClick r:id="rId4" action="ppaction://hlinksldjump"/>
            <a:extLst>
              <a:ext uri="{FF2B5EF4-FFF2-40B4-BE49-F238E27FC236}">
                <a16:creationId xmlns:a16="http://schemas.microsoft.com/office/drawing/2014/main" id="{4CC883EE-6CA3-E33F-0501-6E31EF941224}"/>
              </a:ext>
            </a:extLst>
          </p:cNvPr>
          <p:cNvSpPr/>
          <p:nvPr/>
        </p:nvSpPr>
        <p:spPr>
          <a:xfrm>
            <a:off x="3047658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push port</a:t>
            </a:r>
            <a:endParaRPr lang="he-IL" sz="1200" dirty="0">
              <a:solidFill>
                <a:srgbClr val="F3F3F3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51" name="Rectangle 50">
            <a:hlinkClick r:id="rId5" action="ppaction://hlinksldjump"/>
            <a:extLst>
              <a:ext uri="{FF2B5EF4-FFF2-40B4-BE49-F238E27FC236}">
                <a16:creationId xmlns:a16="http://schemas.microsoft.com/office/drawing/2014/main" id="{0084E2EB-40C7-BD6D-4259-6EAA340E6C74}"/>
              </a:ext>
            </a:extLst>
          </p:cNvPr>
          <p:cNvSpPr/>
          <p:nvPr/>
        </p:nvSpPr>
        <p:spPr>
          <a:xfrm>
            <a:off x="4571487" y="4347013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 err="1">
                <a:solidFill>
                  <a:srgbClr val="494949"/>
                </a:solidFill>
                <a:latin typeface="Barlow Semi Condensed" panose="00000506000000000000" pitchFamily="2" charset="0"/>
              </a:rPr>
              <a:t>fifo</a:t>
            </a:r>
            <a:r>
              <a:rPr lang="en-US" sz="1200" dirty="0">
                <a:solidFill>
                  <a:srgbClr val="494949"/>
                </a:solidFill>
                <a:latin typeface="Barlow Semi Condensed" panose="00000506000000000000" pitchFamily="2" charset="0"/>
              </a:rPr>
              <a:t> port</a:t>
            </a:r>
            <a:endParaRPr lang="he-IL" sz="1200" dirty="0">
              <a:solidFill>
                <a:srgbClr val="494949"/>
              </a:solidFill>
            </a:endParaRPr>
          </a:p>
        </p:txBody>
      </p:sp>
      <p:sp>
        <p:nvSpPr>
          <p:cNvPr id="52" name="Rectangle 51">
            <a:hlinkClick r:id="rId6" action="ppaction://hlinksldjump"/>
            <a:extLst>
              <a:ext uri="{FF2B5EF4-FFF2-40B4-BE49-F238E27FC236}">
                <a16:creationId xmlns:a16="http://schemas.microsoft.com/office/drawing/2014/main" id="{1136D8A7-CA11-5B2B-68E3-E3567BA48787}"/>
              </a:ext>
            </a:extLst>
          </p:cNvPr>
          <p:cNvSpPr/>
          <p:nvPr/>
        </p:nvSpPr>
        <p:spPr>
          <a:xfrm>
            <a:off x="6095316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pass through</a:t>
            </a:r>
            <a:endParaRPr lang="he-IL" sz="1200" dirty="0">
              <a:solidFill>
                <a:srgbClr val="F3F3F3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53" name="Rectangle 52">
            <a:hlinkClick r:id="rId7" action="ppaction://hlinksldjump"/>
            <a:extLst>
              <a:ext uri="{FF2B5EF4-FFF2-40B4-BE49-F238E27FC236}">
                <a16:creationId xmlns:a16="http://schemas.microsoft.com/office/drawing/2014/main" id="{DACC9F24-3B55-4BA3-7D6A-7D85FA580F5B}"/>
              </a:ext>
            </a:extLst>
          </p:cNvPr>
          <p:cNvSpPr/>
          <p:nvPr/>
        </p:nvSpPr>
        <p:spPr>
          <a:xfrm>
            <a:off x="7619145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analysis port</a:t>
            </a:r>
            <a:endParaRPr lang="he-IL" sz="1200" dirty="0">
              <a:solidFill>
                <a:srgbClr val="F3F3F3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59" name="Google Shape;2178;p39">
            <a:extLst>
              <a:ext uri="{FF2B5EF4-FFF2-40B4-BE49-F238E27FC236}">
                <a16:creationId xmlns:a16="http://schemas.microsoft.com/office/drawing/2014/main" id="{CB4D189A-1BD3-CD6B-0441-19C9F3458126}"/>
              </a:ext>
            </a:extLst>
          </p:cNvPr>
          <p:cNvSpPr txBox="1">
            <a:spLocks/>
          </p:cNvSpPr>
          <p:nvPr/>
        </p:nvSpPr>
        <p:spPr>
          <a:xfrm>
            <a:off x="2167200" y="2808477"/>
            <a:ext cx="4809600" cy="11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 dirty="0">
                <a:solidFill>
                  <a:schemeClr val="dk2"/>
                </a:solidFill>
                <a:latin typeface="Barlow Semi Condensed"/>
                <a:sym typeface="Barlow Semi Condensed"/>
              </a:rPr>
              <a:t>No dependence between the consumer and producer</a:t>
            </a:r>
          </a:p>
          <a:p>
            <a:pPr algn="ctr"/>
            <a:r>
              <a:rPr lang="en-US" sz="1600" dirty="0">
                <a:solidFill>
                  <a:schemeClr val="dk2"/>
                </a:solidFill>
                <a:latin typeface="Barlow Semi Condensed"/>
                <a:sym typeface="Barlow Semi Condensed"/>
              </a:rPr>
              <a:t>Connection one to one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3C929A3-0B7C-7E82-B5F2-397BDBA2EDE8}"/>
              </a:ext>
            </a:extLst>
          </p:cNvPr>
          <p:cNvGrpSpPr/>
          <p:nvPr/>
        </p:nvGrpSpPr>
        <p:grpSpPr>
          <a:xfrm>
            <a:off x="1029376" y="1424039"/>
            <a:ext cx="7085248" cy="638072"/>
            <a:chOff x="172708" y="1424039"/>
            <a:chExt cx="7085248" cy="638072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35738DA-5D13-EA76-56D6-CF91EA9C6F03}"/>
                </a:ext>
              </a:extLst>
            </p:cNvPr>
            <p:cNvSpPr/>
            <p:nvPr/>
          </p:nvSpPr>
          <p:spPr>
            <a:xfrm>
              <a:off x="3003644" y="1424039"/>
              <a:ext cx="1424485" cy="638071"/>
            </a:xfrm>
            <a:prstGeom prst="rect">
              <a:avLst/>
            </a:prstGeom>
            <a:ln w="12700">
              <a:solidFill>
                <a:srgbClr val="4949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200" dirty="0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implements </a:t>
              </a:r>
              <a:r>
                <a:rPr lang="en-US" sz="1200" b="1" dirty="0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write()</a:t>
              </a:r>
            </a:p>
            <a:p>
              <a:pPr algn="ctr"/>
              <a:r>
                <a:rPr lang="en-US" sz="1200" dirty="0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implements </a:t>
              </a:r>
              <a:r>
                <a:rPr lang="en-US" sz="1200" b="1" dirty="0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get()</a:t>
              </a:r>
              <a:endParaRPr lang="he-IL" sz="1200" b="1" dirty="0">
                <a:solidFill>
                  <a:srgbClr val="494949"/>
                </a:solidFill>
                <a:latin typeface="Barlow Semi Condensed" panose="00000506000000000000" pitchFamily="2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37C6DD2-94F2-D1DE-C90A-84ED6760E078}"/>
                </a:ext>
              </a:extLst>
            </p:cNvPr>
            <p:cNvSpPr/>
            <p:nvPr/>
          </p:nvSpPr>
          <p:spPr>
            <a:xfrm>
              <a:off x="5833471" y="1424040"/>
              <a:ext cx="1424485" cy="638071"/>
            </a:xfrm>
            <a:prstGeom prst="rect">
              <a:avLst/>
            </a:prstGeom>
            <a:ln w="12700">
              <a:solidFill>
                <a:srgbClr val="4949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200" dirty="0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use </a:t>
              </a:r>
              <a:r>
                <a:rPr lang="en-US" sz="1200" b="1" dirty="0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get()</a:t>
              </a:r>
              <a:endParaRPr lang="he-IL" sz="1200" b="1" dirty="0">
                <a:solidFill>
                  <a:srgbClr val="494949"/>
                </a:solidFill>
                <a:latin typeface="Barlow Semi Condensed" panose="00000506000000000000" pitchFamily="2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2B93182-8B0D-30BD-E9ED-360C5B6B8056}"/>
                </a:ext>
              </a:extLst>
            </p:cNvPr>
            <p:cNvSpPr/>
            <p:nvPr/>
          </p:nvSpPr>
          <p:spPr>
            <a:xfrm>
              <a:off x="5582011" y="1618206"/>
              <a:ext cx="251460" cy="251460"/>
            </a:xfrm>
            <a:prstGeom prst="rect">
              <a:avLst/>
            </a:prstGeom>
            <a:solidFill>
              <a:srgbClr val="4949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864D567-4401-5EBD-5E1B-E6B78AA7266B}"/>
                </a:ext>
              </a:extLst>
            </p:cNvPr>
            <p:cNvSpPr/>
            <p:nvPr/>
          </p:nvSpPr>
          <p:spPr>
            <a:xfrm>
              <a:off x="4428129" y="1617343"/>
              <a:ext cx="251462" cy="251462"/>
            </a:xfrm>
            <a:prstGeom prst="ellipse">
              <a:avLst/>
            </a:prstGeom>
            <a:solidFill>
              <a:srgbClr val="4949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5B5D663-B33B-CEEC-2E43-93D510147E8B}"/>
                </a:ext>
              </a:extLst>
            </p:cNvPr>
            <p:cNvCxnSpPr>
              <a:cxnSpLocks/>
              <a:stCxn id="63" idx="3"/>
              <a:endCxn id="62" idx="2"/>
            </p:cNvCxnSpPr>
            <p:nvPr/>
          </p:nvCxnSpPr>
          <p:spPr>
            <a:xfrm flipV="1">
              <a:off x="1849760" y="1743074"/>
              <a:ext cx="902422" cy="1"/>
            </a:xfrm>
            <a:prstGeom prst="line">
              <a:avLst/>
            </a:prstGeom>
            <a:ln w="19050">
              <a:solidFill>
                <a:srgbClr val="4949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4EFD7484-381F-8EB1-E757-85AF0FAB1116}"/>
                </a:ext>
              </a:extLst>
            </p:cNvPr>
            <p:cNvSpPr/>
            <p:nvPr/>
          </p:nvSpPr>
          <p:spPr>
            <a:xfrm>
              <a:off x="2752182" y="1617343"/>
              <a:ext cx="251462" cy="251462"/>
            </a:xfrm>
            <a:prstGeom prst="ellipse">
              <a:avLst/>
            </a:prstGeom>
            <a:solidFill>
              <a:srgbClr val="4949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099E930-AFB9-0C73-036F-38809DF68321}"/>
                </a:ext>
              </a:extLst>
            </p:cNvPr>
            <p:cNvSpPr/>
            <p:nvPr/>
          </p:nvSpPr>
          <p:spPr>
            <a:xfrm>
              <a:off x="1598300" y="1617345"/>
              <a:ext cx="251460" cy="251460"/>
            </a:xfrm>
            <a:prstGeom prst="rect">
              <a:avLst/>
            </a:prstGeom>
            <a:solidFill>
              <a:srgbClr val="4949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66917DC-0FE7-197E-58FB-9081928F6C15}"/>
                </a:ext>
              </a:extLst>
            </p:cNvPr>
            <p:cNvCxnSpPr>
              <a:cxnSpLocks/>
              <a:stCxn id="57" idx="6"/>
              <a:endCxn id="56" idx="1"/>
            </p:cNvCxnSpPr>
            <p:nvPr/>
          </p:nvCxnSpPr>
          <p:spPr>
            <a:xfrm>
              <a:off x="4679591" y="1743074"/>
              <a:ext cx="902420" cy="862"/>
            </a:xfrm>
            <a:prstGeom prst="line">
              <a:avLst/>
            </a:prstGeom>
            <a:ln w="19050">
              <a:solidFill>
                <a:srgbClr val="4949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7BD6EFC-CA93-FFA8-8EA9-1DE09C111EC6}"/>
                </a:ext>
              </a:extLst>
            </p:cNvPr>
            <p:cNvSpPr/>
            <p:nvPr/>
          </p:nvSpPr>
          <p:spPr>
            <a:xfrm>
              <a:off x="172708" y="1424039"/>
              <a:ext cx="1424485" cy="638071"/>
            </a:xfrm>
            <a:prstGeom prst="rect">
              <a:avLst/>
            </a:prstGeom>
            <a:ln w="12700">
              <a:solidFill>
                <a:srgbClr val="4949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200" dirty="0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use </a:t>
              </a:r>
              <a:r>
                <a:rPr lang="en-US" sz="1200" b="1" dirty="0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write()</a:t>
              </a:r>
              <a:endParaRPr lang="he-IL" sz="1200" b="1" dirty="0">
                <a:solidFill>
                  <a:srgbClr val="494949"/>
                </a:solidFill>
                <a:latin typeface="Barlow Semi Condensed" panose="00000506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25874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92AD7ECD-9005-283F-FE1F-43800741CE95}"/>
              </a:ext>
            </a:extLst>
          </p:cNvPr>
          <p:cNvSpPr/>
          <p:nvPr/>
        </p:nvSpPr>
        <p:spPr>
          <a:xfrm>
            <a:off x="2055" y="4616575"/>
            <a:ext cx="9141945" cy="526925"/>
          </a:xfrm>
          <a:prstGeom prst="rect">
            <a:avLst/>
          </a:prstGeom>
          <a:solidFill>
            <a:srgbClr val="4949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7E00921-8BB6-1CAD-5EBD-13E0DE1FCB7B}"/>
              </a:ext>
            </a:extLst>
          </p:cNvPr>
          <p:cNvGrpSpPr/>
          <p:nvPr/>
        </p:nvGrpSpPr>
        <p:grpSpPr>
          <a:xfrm>
            <a:off x="6315518" y="4213945"/>
            <a:ext cx="1086024" cy="805259"/>
            <a:chOff x="1519239" y="2389716"/>
            <a:chExt cx="1233218" cy="914400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8C1C1476-1A65-2B8C-15F0-5258C8DEB126}"/>
                </a:ext>
              </a:extLst>
            </p:cNvPr>
            <p:cNvSpPr/>
            <p:nvPr/>
          </p:nvSpPr>
          <p:spPr>
            <a:xfrm>
              <a:off x="1519239" y="2846916"/>
              <a:ext cx="261966" cy="157050"/>
            </a:xfrm>
            <a:custGeom>
              <a:avLst/>
              <a:gdLst>
                <a:gd name="connsiteX0" fmla="*/ 0 w 261966"/>
                <a:gd name="connsiteY0" fmla="*/ 0 h 157050"/>
                <a:gd name="connsiteX1" fmla="*/ 261966 w 261966"/>
                <a:gd name="connsiteY1" fmla="*/ 0 h 157050"/>
                <a:gd name="connsiteX2" fmla="*/ 261966 w 261966"/>
                <a:gd name="connsiteY2" fmla="*/ 157050 h 157050"/>
                <a:gd name="connsiteX3" fmla="*/ 193046 w 261966"/>
                <a:gd name="connsiteY3" fmla="*/ 157050 h 157050"/>
                <a:gd name="connsiteX4" fmla="*/ 176140 w 261966"/>
                <a:gd name="connsiteY4" fmla="*/ 124587 h 157050"/>
                <a:gd name="connsiteX5" fmla="*/ 0 w 261966"/>
                <a:gd name="connsiteY5" fmla="*/ 0 h 157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66" h="157050">
                  <a:moveTo>
                    <a:pt x="0" y="0"/>
                  </a:moveTo>
                  <a:lnTo>
                    <a:pt x="261966" y="0"/>
                  </a:lnTo>
                  <a:lnTo>
                    <a:pt x="261966" y="157050"/>
                  </a:lnTo>
                  <a:lnTo>
                    <a:pt x="193046" y="157050"/>
                  </a:lnTo>
                  <a:lnTo>
                    <a:pt x="176140" y="124587"/>
                  </a:lnTo>
                  <a:cubicBezTo>
                    <a:pt x="129618" y="47179"/>
                    <a:pt x="67819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he-IL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74DAA1C-11A8-D983-3626-900E92505459}"/>
                </a:ext>
              </a:extLst>
            </p:cNvPr>
            <p:cNvSpPr/>
            <p:nvPr/>
          </p:nvSpPr>
          <p:spPr>
            <a:xfrm flipH="1">
              <a:off x="2490491" y="2842266"/>
              <a:ext cx="261966" cy="157050"/>
            </a:xfrm>
            <a:custGeom>
              <a:avLst/>
              <a:gdLst>
                <a:gd name="connsiteX0" fmla="*/ 0 w 261966"/>
                <a:gd name="connsiteY0" fmla="*/ 0 h 157050"/>
                <a:gd name="connsiteX1" fmla="*/ 261966 w 261966"/>
                <a:gd name="connsiteY1" fmla="*/ 0 h 157050"/>
                <a:gd name="connsiteX2" fmla="*/ 261966 w 261966"/>
                <a:gd name="connsiteY2" fmla="*/ 157050 h 157050"/>
                <a:gd name="connsiteX3" fmla="*/ 193046 w 261966"/>
                <a:gd name="connsiteY3" fmla="*/ 157050 h 157050"/>
                <a:gd name="connsiteX4" fmla="*/ 176140 w 261966"/>
                <a:gd name="connsiteY4" fmla="*/ 124587 h 157050"/>
                <a:gd name="connsiteX5" fmla="*/ 0 w 261966"/>
                <a:gd name="connsiteY5" fmla="*/ 0 h 157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66" h="157050">
                  <a:moveTo>
                    <a:pt x="0" y="0"/>
                  </a:moveTo>
                  <a:lnTo>
                    <a:pt x="261966" y="0"/>
                  </a:lnTo>
                  <a:lnTo>
                    <a:pt x="261966" y="157050"/>
                  </a:lnTo>
                  <a:lnTo>
                    <a:pt x="193046" y="157050"/>
                  </a:lnTo>
                  <a:lnTo>
                    <a:pt x="176140" y="124587"/>
                  </a:lnTo>
                  <a:cubicBezTo>
                    <a:pt x="129618" y="47179"/>
                    <a:pt x="67819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he-IL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DBA3CB8B-7728-F27C-BD66-28A77381900F}"/>
                </a:ext>
              </a:extLst>
            </p:cNvPr>
            <p:cNvSpPr/>
            <p:nvPr/>
          </p:nvSpPr>
          <p:spPr>
            <a:xfrm>
              <a:off x="1678648" y="2389716"/>
              <a:ext cx="914400" cy="914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sp>
        <p:nvSpPr>
          <p:cNvPr id="54" name="Rectangle 53">
            <a:hlinkClick r:id="rId2" action="ppaction://hlinksldjump"/>
            <a:extLst>
              <a:ext uri="{FF2B5EF4-FFF2-40B4-BE49-F238E27FC236}">
                <a16:creationId xmlns:a16="http://schemas.microsoft.com/office/drawing/2014/main" id="{E9F69276-C7D3-E97B-A642-739919A8608C}"/>
              </a:ext>
            </a:extLst>
          </p:cNvPr>
          <p:cNvSpPr/>
          <p:nvPr/>
        </p:nvSpPr>
        <p:spPr>
          <a:xfrm>
            <a:off x="0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introduction</a:t>
            </a:r>
            <a:endParaRPr lang="he-IL" sz="1200" dirty="0">
              <a:solidFill>
                <a:srgbClr val="F3F3F3"/>
              </a:solidFill>
            </a:endParaRPr>
          </a:p>
        </p:txBody>
      </p:sp>
      <p:sp>
        <p:nvSpPr>
          <p:cNvPr id="55" name="Rectangle 54">
            <a:hlinkClick r:id="rId3" action="ppaction://hlinksldjump"/>
            <a:extLst>
              <a:ext uri="{FF2B5EF4-FFF2-40B4-BE49-F238E27FC236}">
                <a16:creationId xmlns:a16="http://schemas.microsoft.com/office/drawing/2014/main" id="{E3A91F53-CDE1-91DC-D811-4CFF3F3A567A}"/>
              </a:ext>
            </a:extLst>
          </p:cNvPr>
          <p:cNvSpPr/>
          <p:nvPr/>
        </p:nvSpPr>
        <p:spPr>
          <a:xfrm>
            <a:off x="1523829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pull port</a:t>
            </a:r>
            <a:endParaRPr lang="he-IL" sz="1200" dirty="0">
              <a:solidFill>
                <a:srgbClr val="F3F3F3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56" name="Rectangle 55">
            <a:hlinkClick r:id="rId4" action="ppaction://hlinksldjump"/>
            <a:extLst>
              <a:ext uri="{FF2B5EF4-FFF2-40B4-BE49-F238E27FC236}">
                <a16:creationId xmlns:a16="http://schemas.microsoft.com/office/drawing/2014/main" id="{1A87BB2A-BF9B-1DE5-7B2B-06797545DF48}"/>
              </a:ext>
            </a:extLst>
          </p:cNvPr>
          <p:cNvSpPr/>
          <p:nvPr/>
        </p:nvSpPr>
        <p:spPr>
          <a:xfrm>
            <a:off x="3047658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push port</a:t>
            </a:r>
            <a:endParaRPr lang="he-IL" sz="1200" dirty="0">
              <a:solidFill>
                <a:srgbClr val="F3F3F3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57" name="Rectangle 56">
            <a:hlinkClick r:id="rId5" action="ppaction://hlinksldjump"/>
            <a:extLst>
              <a:ext uri="{FF2B5EF4-FFF2-40B4-BE49-F238E27FC236}">
                <a16:creationId xmlns:a16="http://schemas.microsoft.com/office/drawing/2014/main" id="{CC938331-B33E-B56F-CB9C-CADAB8539489}"/>
              </a:ext>
            </a:extLst>
          </p:cNvPr>
          <p:cNvSpPr/>
          <p:nvPr/>
        </p:nvSpPr>
        <p:spPr>
          <a:xfrm>
            <a:off x="4571487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 err="1">
                <a:solidFill>
                  <a:srgbClr val="F3F3F3"/>
                </a:solidFill>
                <a:latin typeface="Barlow Semi Condensed" panose="00000506000000000000" pitchFamily="2" charset="0"/>
              </a:rPr>
              <a:t>fifo</a:t>
            </a:r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 port</a:t>
            </a:r>
            <a:endParaRPr lang="he-IL" sz="1200" dirty="0">
              <a:solidFill>
                <a:srgbClr val="F3F3F3"/>
              </a:solidFill>
            </a:endParaRPr>
          </a:p>
        </p:txBody>
      </p:sp>
      <p:sp>
        <p:nvSpPr>
          <p:cNvPr id="58" name="Rectangle 57">
            <a:hlinkClick r:id="rId6" action="ppaction://hlinksldjump"/>
            <a:extLst>
              <a:ext uri="{FF2B5EF4-FFF2-40B4-BE49-F238E27FC236}">
                <a16:creationId xmlns:a16="http://schemas.microsoft.com/office/drawing/2014/main" id="{5BB4BA8E-90BC-A276-A661-374D88F0E055}"/>
              </a:ext>
            </a:extLst>
          </p:cNvPr>
          <p:cNvSpPr/>
          <p:nvPr/>
        </p:nvSpPr>
        <p:spPr>
          <a:xfrm>
            <a:off x="6095316" y="4348285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494949"/>
                </a:solidFill>
                <a:latin typeface="Barlow Semi Condensed" panose="00000506000000000000" pitchFamily="2" charset="0"/>
              </a:rPr>
              <a:t>pass through</a:t>
            </a:r>
            <a:endParaRPr lang="he-IL" sz="1200" dirty="0">
              <a:solidFill>
                <a:srgbClr val="494949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59" name="Rectangle 58">
            <a:hlinkClick r:id="rId7" action="ppaction://hlinksldjump"/>
            <a:extLst>
              <a:ext uri="{FF2B5EF4-FFF2-40B4-BE49-F238E27FC236}">
                <a16:creationId xmlns:a16="http://schemas.microsoft.com/office/drawing/2014/main" id="{0104309D-C1DA-3757-1E45-22CA6B25CC70}"/>
              </a:ext>
            </a:extLst>
          </p:cNvPr>
          <p:cNvSpPr/>
          <p:nvPr/>
        </p:nvSpPr>
        <p:spPr>
          <a:xfrm>
            <a:off x="7619145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analysis port</a:t>
            </a:r>
            <a:endParaRPr lang="he-IL" sz="1200" dirty="0">
              <a:solidFill>
                <a:srgbClr val="F3F3F3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60" name="Google Shape;2178;p39">
            <a:extLst>
              <a:ext uri="{FF2B5EF4-FFF2-40B4-BE49-F238E27FC236}">
                <a16:creationId xmlns:a16="http://schemas.microsoft.com/office/drawing/2014/main" id="{6147238B-63CC-D92C-F2A9-0DB8B6FBA2DD}"/>
              </a:ext>
            </a:extLst>
          </p:cNvPr>
          <p:cNvSpPr txBox="1">
            <a:spLocks/>
          </p:cNvSpPr>
          <p:nvPr/>
        </p:nvSpPr>
        <p:spPr>
          <a:xfrm>
            <a:off x="2167200" y="2808477"/>
            <a:ext cx="4809600" cy="11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 dirty="0">
                <a:solidFill>
                  <a:schemeClr val="dk2"/>
                </a:solidFill>
                <a:latin typeface="Barlow Semi Condensed"/>
                <a:sym typeface="Barlow Semi Condensed"/>
              </a:rPr>
              <a:t>Transfer the packets going through it</a:t>
            </a:r>
          </a:p>
          <a:p>
            <a:pPr algn="ctr"/>
            <a:r>
              <a:rPr lang="en-US" sz="1600" dirty="0">
                <a:solidFill>
                  <a:schemeClr val="dk2"/>
                </a:solidFill>
                <a:latin typeface="Barlow Semi Condensed"/>
                <a:sym typeface="Barlow Semi Condensed"/>
              </a:rPr>
              <a:t>The ports must be from the same type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EC6769A-90A1-D68D-A032-27094F040F0D}"/>
              </a:ext>
            </a:extLst>
          </p:cNvPr>
          <p:cNvGrpSpPr/>
          <p:nvPr/>
        </p:nvGrpSpPr>
        <p:grpSpPr>
          <a:xfrm>
            <a:off x="2219499" y="1204518"/>
            <a:ext cx="4705003" cy="1012334"/>
            <a:chOff x="930316" y="1204518"/>
            <a:chExt cx="4705003" cy="1012334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2779E7D-0DFD-4F4C-35E9-4ADA0E7F528F}"/>
                </a:ext>
              </a:extLst>
            </p:cNvPr>
            <p:cNvSpPr/>
            <p:nvPr/>
          </p:nvSpPr>
          <p:spPr>
            <a:xfrm>
              <a:off x="930316" y="1204518"/>
              <a:ext cx="2033533" cy="1012334"/>
            </a:xfrm>
            <a:prstGeom prst="rect">
              <a:avLst/>
            </a:prstGeom>
            <a:ln w="12700">
              <a:solidFill>
                <a:srgbClr val="4949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200" b="1" dirty="0">
                <a:solidFill>
                  <a:srgbClr val="494949"/>
                </a:solidFill>
                <a:latin typeface="Barlow Semi Condensed" panose="00000506000000000000" pitchFamily="2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3C8EB32-1C11-85D5-D86D-54B041437836}"/>
                </a:ext>
              </a:extLst>
            </p:cNvPr>
            <p:cNvSpPr/>
            <p:nvPr/>
          </p:nvSpPr>
          <p:spPr>
            <a:xfrm>
              <a:off x="4210834" y="1424039"/>
              <a:ext cx="1424485" cy="638071"/>
            </a:xfrm>
            <a:prstGeom prst="rect">
              <a:avLst/>
            </a:prstGeom>
            <a:ln w="12700">
              <a:solidFill>
                <a:srgbClr val="4949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200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implements </a:t>
              </a:r>
              <a:r>
                <a:rPr lang="en-US" sz="1200" b="1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write()</a:t>
              </a:r>
              <a:endParaRPr lang="he-IL" sz="1200" b="1" dirty="0">
                <a:solidFill>
                  <a:srgbClr val="494949"/>
                </a:solidFill>
                <a:latin typeface="Barlow Semi Condensed" panose="00000506000000000000" pitchFamily="2" charset="0"/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4EA10B9-001A-5C51-7274-710AF98393D1}"/>
                </a:ext>
              </a:extLst>
            </p:cNvPr>
            <p:cNvSpPr/>
            <p:nvPr/>
          </p:nvSpPr>
          <p:spPr>
            <a:xfrm>
              <a:off x="3952304" y="1618300"/>
              <a:ext cx="251462" cy="251462"/>
            </a:xfrm>
            <a:prstGeom prst="ellipse">
              <a:avLst/>
            </a:prstGeom>
            <a:solidFill>
              <a:srgbClr val="4949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A2EC338-0CA6-B9C9-80ED-F03D20CC22FE}"/>
                </a:ext>
              </a:extLst>
            </p:cNvPr>
            <p:cNvCxnSpPr>
              <a:cxnSpLocks/>
              <a:stCxn id="68" idx="3"/>
              <a:endCxn id="73" idx="1"/>
            </p:cNvCxnSpPr>
            <p:nvPr/>
          </p:nvCxnSpPr>
          <p:spPr>
            <a:xfrm>
              <a:off x="2705321" y="1743074"/>
              <a:ext cx="251460" cy="0"/>
            </a:xfrm>
            <a:prstGeom prst="line">
              <a:avLst/>
            </a:prstGeom>
            <a:ln w="19050">
              <a:solidFill>
                <a:srgbClr val="4949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31AE8D0-9F02-1383-38E7-9E00D0BDE14C}"/>
                </a:ext>
              </a:extLst>
            </p:cNvPr>
            <p:cNvSpPr/>
            <p:nvPr/>
          </p:nvSpPr>
          <p:spPr>
            <a:xfrm>
              <a:off x="2453861" y="1617344"/>
              <a:ext cx="251460" cy="251460"/>
            </a:xfrm>
            <a:prstGeom prst="rect">
              <a:avLst/>
            </a:prstGeom>
            <a:solidFill>
              <a:srgbClr val="4949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068B771-6A74-61EB-5892-416AE7D2C7B8}"/>
                </a:ext>
              </a:extLst>
            </p:cNvPr>
            <p:cNvCxnSpPr>
              <a:cxnSpLocks/>
              <a:stCxn id="73" idx="3"/>
              <a:endCxn id="65" idx="2"/>
            </p:cNvCxnSpPr>
            <p:nvPr/>
          </p:nvCxnSpPr>
          <p:spPr>
            <a:xfrm>
              <a:off x="3208241" y="1743074"/>
              <a:ext cx="744063" cy="957"/>
            </a:xfrm>
            <a:prstGeom prst="line">
              <a:avLst/>
            </a:prstGeom>
            <a:ln w="19050">
              <a:solidFill>
                <a:srgbClr val="4949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EEC3220-3223-0462-3E3B-38BCA445F6DD}"/>
                </a:ext>
              </a:extLst>
            </p:cNvPr>
            <p:cNvSpPr/>
            <p:nvPr/>
          </p:nvSpPr>
          <p:spPr>
            <a:xfrm>
              <a:off x="1029376" y="1424039"/>
              <a:ext cx="1424485" cy="638071"/>
            </a:xfrm>
            <a:prstGeom prst="rect">
              <a:avLst/>
            </a:prstGeom>
            <a:ln w="12700">
              <a:solidFill>
                <a:srgbClr val="4949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200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use </a:t>
              </a:r>
              <a:r>
                <a:rPr lang="en-US" sz="1200" b="1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write()</a:t>
              </a:r>
              <a:endParaRPr lang="he-IL" sz="1200" b="1" dirty="0">
                <a:solidFill>
                  <a:srgbClr val="494949"/>
                </a:solidFill>
                <a:latin typeface="Barlow Semi Condensed" panose="00000506000000000000" pitchFamily="2" charset="0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5207C033-2B2C-1DCA-416C-C66EE6294892}"/>
                </a:ext>
              </a:extLst>
            </p:cNvPr>
            <p:cNvSpPr/>
            <p:nvPr/>
          </p:nvSpPr>
          <p:spPr>
            <a:xfrm>
              <a:off x="2956781" y="1617344"/>
              <a:ext cx="251460" cy="251460"/>
            </a:xfrm>
            <a:prstGeom prst="rect">
              <a:avLst/>
            </a:prstGeom>
            <a:solidFill>
              <a:srgbClr val="4949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23213621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BE95CC6A-4E5A-4F04-B200-B71ACBA080CF}"/>
              </a:ext>
            </a:extLst>
          </p:cNvPr>
          <p:cNvSpPr/>
          <p:nvPr/>
        </p:nvSpPr>
        <p:spPr>
          <a:xfrm>
            <a:off x="2055" y="4616575"/>
            <a:ext cx="9141945" cy="526925"/>
          </a:xfrm>
          <a:prstGeom prst="rect">
            <a:avLst/>
          </a:prstGeom>
          <a:solidFill>
            <a:srgbClr val="4949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24E3833-8F67-CCF3-F217-75D5312E4C1E}"/>
              </a:ext>
            </a:extLst>
          </p:cNvPr>
          <p:cNvGrpSpPr/>
          <p:nvPr/>
        </p:nvGrpSpPr>
        <p:grpSpPr>
          <a:xfrm>
            <a:off x="7841138" y="4213945"/>
            <a:ext cx="1086024" cy="805259"/>
            <a:chOff x="1519239" y="2389716"/>
            <a:chExt cx="1233218" cy="914400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AF04783-FD01-58EA-5F36-9B3857996FA7}"/>
                </a:ext>
              </a:extLst>
            </p:cNvPr>
            <p:cNvSpPr/>
            <p:nvPr/>
          </p:nvSpPr>
          <p:spPr>
            <a:xfrm>
              <a:off x="1519239" y="2846916"/>
              <a:ext cx="261966" cy="157050"/>
            </a:xfrm>
            <a:custGeom>
              <a:avLst/>
              <a:gdLst>
                <a:gd name="connsiteX0" fmla="*/ 0 w 261966"/>
                <a:gd name="connsiteY0" fmla="*/ 0 h 157050"/>
                <a:gd name="connsiteX1" fmla="*/ 261966 w 261966"/>
                <a:gd name="connsiteY1" fmla="*/ 0 h 157050"/>
                <a:gd name="connsiteX2" fmla="*/ 261966 w 261966"/>
                <a:gd name="connsiteY2" fmla="*/ 157050 h 157050"/>
                <a:gd name="connsiteX3" fmla="*/ 193046 w 261966"/>
                <a:gd name="connsiteY3" fmla="*/ 157050 h 157050"/>
                <a:gd name="connsiteX4" fmla="*/ 176140 w 261966"/>
                <a:gd name="connsiteY4" fmla="*/ 124587 h 157050"/>
                <a:gd name="connsiteX5" fmla="*/ 0 w 261966"/>
                <a:gd name="connsiteY5" fmla="*/ 0 h 157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66" h="157050">
                  <a:moveTo>
                    <a:pt x="0" y="0"/>
                  </a:moveTo>
                  <a:lnTo>
                    <a:pt x="261966" y="0"/>
                  </a:lnTo>
                  <a:lnTo>
                    <a:pt x="261966" y="157050"/>
                  </a:lnTo>
                  <a:lnTo>
                    <a:pt x="193046" y="157050"/>
                  </a:lnTo>
                  <a:lnTo>
                    <a:pt x="176140" y="124587"/>
                  </a:lnTo>
                  <a:cubicBezTo>
                    <a:pt x="129618" y="47179"/>
                    <a:pt x="67819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he-IL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2460956-F17F-CA39-E236-34CF0C4D46BC}"/>
                </a:ext>
              </a:extLst>
            </p:cNvPr>
            <p:cNvSpPr/>
            <p:nvPr/>
          </p:nvSpPr>
          <p:spPr>
            <a:xfrm flipH="1">
              <a:off x="2490491" y="2842266"/>
              <a:ext cx="261966" cy="157050"/>
            </a:xfrm>
            <a:custGeom>
              <a:avLst/>
              <a:gdLst>
                <a:gd name="connsiteX0" fmla="*/ 0 w 261966"/>
                <a:gd name="connsiteY0" fmla="*/ 0 h 157050"/>
                <a:gd name="connsiteX1" fmla="*/ 261966 w 261966"/>
                <a:gd name="connsiteY1" fmla="*/ 0 h 157050"/>
                <a:gd name="connsiteX2" fmla="*/ 261966 w 261966"/>
                <a:gd name="connsiteY2" fmla="*/ 157050 h 157050"/>
                <a:gd name="connsiteX3" fmla="*/ 193046 w 261966"/>
                <a:gd name="connsiteY3" fmla="*/ 157050 h 157050"/>
                <a:gd name="connsiteX4" fmla="*/ 176140 w 261966"/>
                <a:gd name="connsiteY4" fmla="*/ 124587 h 157050"/>
                <a:gd name="connsiteX5" fmla="*/ 0 w 261966"/>
                <a:gd name="connsiteY5" fmla="*/ 0 h 157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66" h="157050">
                  <a:moveTo>
                    <a:pt x="0" y="0"/>
                  </a:moveTo>
                  <a:lnTo>
                    <a:pt x="261966" y="0"/>
                  </a:lnTo>
                  <a:lnTo>
                    <a:pt x="261966" y="157050"/>
                  </a:lnTo>
                  <a:lnTo>
                    <a:pt x="193046" y="157050"/>
                  </a:lnTo>
                  <a:lnTo>
                    <a:pt x="176140" y="124587"/>
                  </a:lnTo>
                  <a:cubicBezTo>
                    <a:pt x="129618" y="47179"/>
                    <a:pt x="67819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he-IL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3FCF4223-B29B-924C-E1ED-176B3C46DD85}"/>
                </a:ext>
              </a:extLst>
            </p:cNvPr>
            <p:cNvSpPr/>
            <p:nvPr/>
          </p:nvSpPr>
          <p:spPr>
            <a:xfrm>
              <a:off x="1678648" y="2389716"/>
              <a:ext cx="914400" cy="914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sp>
        <p:nvSpPr>
          <p:cNvPr id="54" name="Rectangle 53">
            <a:hlinkClick r:id="rId2" action="ppaction://hlinksldjump"/>
            <a:extLst>
              <a:ext uri="{FF2B5EF4-FFF2-40B4-BE49-F238E27FC236}">
                <a16:creationId xmlns:a16="http://schemas.microsoft.com/office/drawing/2014/main" id="{AD56332C-84F1-FA7D-3CFE-9B7AAC67516F}"/>
              </a:ext>
            </a:extLst>
          </p:cNvPr>
          <p:cNvSpPr/>
          <p:nvPr/>
        </p:nvSpPr>
        <p:spPr>
          <a:xfrm>
            <a:off x="0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introduction</a:t>
            </a:r>
            <a:endParaRPr lang="he-IL" sz="1200" dirty="0">
              <a:solidFill>
                <a:srgbClr val="F3F3F3"/>
              </a:solidFill>
            </a:endParaRPr>
          </a:p>
        </p:txBody>
      </p:sp>
      <p:sp>
        <p:nvSpPr>
          <p:cNvPr id="55" name="Rectangle 54">
            <a:hlinkClick r:id="rId3" action="ppaction://hlinksldjump"/>
            <a:extLst>
              <a:ext uri="{FF2B5EF4-FFF2-40B4-BE49-F238E27FC236}">
                <a16:creationId xmlns:a16="http://schemas.microsoft.com/office/drawing/2014/main" id="{52EE1CEC-4678-0E41-9A47-033BC4807B7C}"/>
              </a:ext>
            </a:extLst>
          </p:cNvPr>
          <p:cNvSpPr/>
          <p:nvPr/>
        </p:nvSpPr>
        <p:spPr>
          <a:xfrm>
            <a:off x="1523829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pull port</a:t>
            </a:r>
            <a:endParaRPr lang="he-IL" sz="1200" dirty="0">
              <a:solidFill>
                <a:srgbClr val="F3F3F3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56" name="Rectangle 55">
            <a:hlinkClick r:id="rId4" action="ppaction://hlinksldjump"/>
            <a:extLst>
              <a:ext uri="{FF2B5EF4-FFF2-40B4-BE49-F238E27FC236}">
                <a16:creationId xmlns:a16="http://schemas.microsoft.com/office/drawing/2014/main" id="{15FAB96E-3C2B-BD50-B97F-4D4C12B26A20}"/>
              </a:ext>
            </a:extLst>
          </p:cNvPr>
          <p:cNvSpPr/>
          <p:nvPr/>
        </p:nvSpPr>
        <p:spPr>
          <a:xfrm>
            <a:off x="3047658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push port</a:t>
            </a:r>
            <a:endParaRPr lang="he-IL" sz="1200" dirty="0">
              <a:solidFill>
                <a:srgbClr val="F3F3F3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57" name="Rectangle 56">
            <a:hlinkClick r:id="rId5" action="ppaction://hlinksldjump"/>
            <a:extLst>
              <a:ext uri="{FF2B5EF4-FFF2-40B4-BE49-F238E27FC236}">
                <a16:creationId xmlns:a16="http://schemas.microsoft.com/office/drawing/2014/main" id="{FF45FCC5-6FE0-E1E5-3AF3-842D446F1C75}"/>
              </a:ext>
            </a:extLst>
          </p:cNvPr>
          <p:cNvSpPr/>
          <p:nvPr/>
        </p:nvSpPr>
        <p:spPr>
          <a:xfrm>
            <a:off x="4571487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 err="1">
                <a:solidFill>
                  <a:srgbClr val="F3F3F3"/>
                </a:solidFill>
                <a:latin typeface="Barlow Semi Condensed" panose="00000506000000000000" pitchFamily="2" charset="0"/>
              </a:rPr>
              <a:t>fifo</a:t>
            </a:r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 port</a:t>
            </a:r>
            <a:endParaRPr lang="he-IL" sz="1200" dirty="0">
              <a:solidFill>
                <a:srgbClr val="F3F3F3"/>
              </a:solidFill>
            </a:endParaRPr>
          </a:p>
        </p:txBody>
      </p:sp>
      <p:sp>
        <p:nvSpPr>
          <p:cNvPr id="58" name="Rectangle 57">
            <a:hlinkClick r:id="rId6" action="ppaction://hlinksldjump"/>
            <a:extLst>
              <a:ext uri="{FF2B5EF4-FFF2-40B4-BE49-F238E27FC236}">
                <a16:creationId xmlns:a16="http://schemas.microsoft.com/office/drawing/2014/main" id="{1D2CA934-5D9B-A1BF-ECE3-3CFBCC63622F}"/>
              </a:ext>
            </a:extLst>
          </p:cNvPr>
          <p:cNvSpPr/>
          <p:nvPr/>
        </p:nvSpPr>
        <p:spPr>
          <a:xfrm>
            <a:off x="6095316" y="4616571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F3F3F3"/>
                </a:solidFill>
                <a:latin typeface="Barlow Semi Condensed" panose="00000506000000000000" pitchFamily="2" charset="0"/>
              </a:rPr>
              <a:t>pass through</a:t>
            </a:r>
            <a:endParaRPr lang="he-IL" sz="1200" dirty="0">
              <a:solidFill>
                <a:srgbClr val="F3F3F3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59" name="Rectangle 58">
            <a:hlinkClick r:id="rId7" action="ppaction://hlinksldjump"/>
            <a:extLst>
              <a:ext uri="{FF2B5EF4-FFF2-40B4-BE49-F238E27FC236}">
                <a16:creationId xmlns:a16="http://schemas.microsoft.com/office/drawing/2014/main" id="{ECEFF1F8-43C4-7A28-572A-565F5529A46D}"/>
              </a:ext>
            </a:extLst>
          </p:cNvPr>
          <p:cNvSpPr/>
          <p:nvPr/>
        </p:nvSpPr>
        <p:spPr>
          <a:xfrm>
            <a:off x="7619145" y="4347487"/>
            <a:ext cx="1522800" cy="526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494949"/>
                </a:solidFill>
                <a:latin typeface="Barlow Semi Condensed" panose="00000506000000000000" pitchFamily="2" charset="0"/>
              </a:rPr>
              <a:t>analysis port</a:t>
            </a:r>
            <a:endParaRPr lang="he-IL" sz="1200" dirty="0">
              <a:solidFill>
                <a:srgbClr val="494949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60" name="Google Shape;2178;p39">
            <a:extLst>
              <a:ext uri="{FF2B5EF4-FFF2-40B4-BE49-F238E27FC236}">
                <a16:creationId xmlns:a16="http://schemas.microsoft.com/office/drawing/2014/main" id="{39A1B493-A243-A485-68DC-050A5F7284BC}"/>
              </a:ext>
            </a:extLst>
          </p:cNvPr>
          <p:cNvSpPr txBox="1">
            <a:spLocks/>
          </p:cNvSpPr>
          <p:nvPr/>
        </p:nvSpPr>
        <p:spPr>
          <a:xfrm>
            <a:off x="2167200" y="2808477"/>
            <a:ext cx="4809600" cy="11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 dirty="0">
                <a:solidFill>
                  <a:schemeClr val="dk2"/>
                </a:solidFill>
                <a:latin typeface="Barlow Semi Condensed"/>
                <a:sym typeface="Barlow Semi Condensed"/>
              </a:rPr>
              <a:t>The producer start the transaction</a:t>
            </a:r>
          </a:p>
          <a:p>
            <a:pPr algn="ctr"/>
            <a:r>
              <a:rPr lang="en-US" sz="1600" dirty="0">
                <a:solidFill>
                  <a:schemeClr val="dk2"/>
                </a:solidFill>
                <a:latin typeface="Barlow Semi Condensed"/>
                <a:sym typeface="Barlow Semi Condensed"/>
              </a:rPr>
              <a:t>Connection one to many</a:t>
            </a:r>
          </a:p>
          <a:p>
            <a:pPr algn="ctr"/>
            <a:r>
              <a:rPr lang="en-US" sz="1600" dirty="0">
                <a:solidFill>
                  <a:schemeClr val="dk2"/>
                </a:solidFill>
                <a:latin typeface="Barlow Semi Condensed"/>
                <a:sym typeface="Barlow Semi Condensed"/>
              </a:rPr>
              <a:t>THE MOST FREQUENTLY USED PORT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E3335BA-EC28-EF57-CA8D-20CE83D74240}"/>
              </a:ext>
            </a:extLst>
          </p:cNvPr>
          <p:cNvGrpSpPr/>
          <p:nvPr/>
        </p:nvGrpSpPr>
        <p:grpSpPr>
          <a:xfrm>
            <a:off x="1886044" y="1111619"/>
            <a:ext cx="5371912" cy="1390747"/>
            <a:chOff x="1886044" y="1424039"/>
            <a:chExt cx="5371912" cy="1390747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89746FEC-AEFE-4B87-FE6C-0DEE6E878277}"/>
                </a:ext>
              </a:extLst>
            </p:cNvPr>
            <p:cNvSpPr/>
            <p:nvPr/>
          </p:nvSpPr>
          <p:spPr>
            <a:xfrm>
              <a:off x="1886044" y="1424039"/>
              <a:ext cx="1424485" cy="638071"/>
            </a:xfrm>
            <a:prstGeom prst="rect">
              <a:avLst/>
            </a:prstGeom>
            <a:ln w="12700">
              <a:solidFill>
                <a:srgbClr val="4949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200" dirty="0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use </a:t>
              </a:r>
              <a:r>
                <a:rPr lang="en-US" sz="1200" b="1" dirty="0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write()</a:t>
              </a:r>
              <a:endParaRPr lang="he-IL" sz="1200" b="1" dirty="0">
                <a:solidFill>
                  <a:srgbClr val="494949"/>
                </a:solidFill>
                <a:latin typeface="Barlow Semi Condensed" panose="00000506000000000000" pitchFamily="2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0927179-4A21-9977-0018-26E84483AA0E}"/>
                </a:ext>
              </a:extLst>
            </p:cNvPr>
            <p:cNvSpPr/>
            <p:nvPr/>
          </p:nvSpPr>
          <p:spPr>
            <a:xfrm>
              <a:off x="5833471" y="1424040"/>
              <a:ext cx="1424485" cy="638071"/>
            </a:xfrm>
            <a:prstGeom prst="rect">
              <a:avLst/>
            </a:prstGeom>
            <a:ln w="12700">
              <a:solidFill>
                <a:srgbClr val="4949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200" dirty="0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implements </a:t>
              </a:r>
              <a:r>
                <a:rPr lang="en-US" sz="1200" b="1" dirty="0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write()</a:t>
              </a:r>
              <a:endParaRPr lang="he-IL" sz="1200" b="1" dirty="0">
                <a:solidFill>
                  <a:srgbClr val="494949"/>
                </a:solidFill>
                <a:latin typeface="Barlow Semi Condensed" panose="00000506000000000000" pitchFamily="2" charset="0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09F0B15-4388-F733-6DAC-41C497B78E12}"/>
                </a:ext>
              </a:extLst>
            </p:cNvPr>
            <p:cNvSpPr/>
            <p:nvPr/>
          </p:nvSpPr>
          <p:spPr>
            <a:xfrm>
              <a:off x="3310531" y="1617345"/>
              <a:ext cx="251460" cy="251460"/>
            </a:xfrm>
            <a:prstGeom prst="rect">
              <a:avLst/>
            </a:prstGeom>
            <a:solidFill>
              <a:srgbClr val="4949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4336B60A-BCA9-136F-EF59-D769D874264F}"/>
                </a:ext>
              </a:extLst>
            </p:cNvPr>
            <p:cNvSpPr/>
            <p:nvPr/>
          </p:nvSpPr>
          <p:spPr>
            <a:xfrm>
              <a:off x="5582009" y="1617345"/>
              <a:ext cx="251462" cy="251462"/>
            </a:xfrm>
            <a:prstGeom prst="ellipse">
              <a:avLst/>
            </a:prstGeom>
            <a:solidFill>
              <a:srgbClr val="4949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E4041B-1F98-BB74-6197-47C1C41161A9}"/>
                </a:ext>
              </a:extLst>
            </p:cNvPr>
            <p:cNvCxnSpPr>
              <a:cxnSpLocks/>
              <a:stCxn id="72" idx="3"/>
            </p:cNvCxnSpPr>
            <p:nvPr/>
          </p:nvCxnSpPr>
          <p:spPr>
            <a:xfrm>
              <a:off x="3561991" y="1743075"/>
              <a:ext cx="2020018" cy="1"/>
            </a:xfrm>
            <a:prstGeom prst="line">
              <a:avLst/>
            </a:prstGeom>
            <a:ln w="19050">
              <a:solidFill>
                <a:srgbClr val="4949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C278D25-43A7-B86A-A160-C1A772376A36}"/>
                </a:ext>
              </a:extLst>
            </p:cNvPr>
            <p:cNvSpPr/>
            <p:nvPr/>
          </p:nvSpPr>
          <p:spPr>
            <a:xfrm>
              <a:off x="5833471" y="2176715"/>
              <a:ext cx="1424485" cy="638071"/>
            </a:xfrm>
            <a:prstGeom prst="rect">
              <a:avLst/>
            </a:prstGeom>
            <a:ln w="12700">
              <a:solidFill>
                <a:srgbClr val="4949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200" dirty="0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implements </a:t>
              </a:r>
              <a:r>
                <a:rPr lang="en-US" sz="1200" b="1" dirty="0">
                  <a:solidFill>
                    <a:srgbClr val="494949"/>
                  </a:solidFill>
                  <a:latin typeface="Barlow Semi Condensed" panose="00000506000000000000" pitchFamily="2" charset="0"/>
                </a:rPr>
                <a:t>write()</a:t>
              </a:r>
              <a:endParaRPr lang="he-IL" sz="1200" b="1" dirty="0">
                <a:solidFill>
                  <a:srgbClr val="494949"/>
                </a:solidFill>
                <a:latin typeface="Barlow Semi Condensed" panose="00000506000000000000" pitchFamily="2" charset="0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E845567-84B0-DC14-4949-5B0988CD91C8}"/>
                </a:ext>
              </a:extLst>
            </p:cNvPr>
            <p:cNvSpPr/>
            <p:nvPr/>
          </p:nvSpPr>
          <p:spPr>
            <a:xfrm>
              <a:off x="5582009" y="2370020"/>
              <a:ext cx="251462" cy="251462"/>
            </a:xfrm>
            <a:prstGeom prst="ellipse">
              <a:avLst/>
            </a:prstGeom>
            <a:solidFill>
              <a:srgbClr val="4949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A6D7D360-3C82-832A-8069-25408779ACD6}"/>
                </a:ext>
              </a:extLst>
            </p:cNvPr>
            <p:cNvCxnSpPr>
              <a:cxnSpLocks/>
              <a:stCxn id="72" idx="3"/>
              <a:endCxn id="76" idx="2"/>
            </p:cNvCxnSpPr>
            <p:nvPr/>
          </p:nvCxnSpPr>
          <p:spPr>
            <a:xfrm>
              <a:off x="3561991" y="1743075"/>
              <a:ext cx="2020018" cy="752676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4949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298649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4507A3-824F-70FB-7CB2-77D13CF93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ports</a:t>
            </a:r>
            <a:endParaRPr lang="he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9D3B3B-B515-9875-217B-EF02E6D3D0CE}"/>
              </a:ext>
            </a:extLst>
          </p:cNvPr>
          <p:cNvSpPr/>
          <p:nvPr/>
        </p:nvSpPr>
        <p:spPr>
          <a:xfrm>
            <a:off x="1344807" y="1801791"/>
            <a:ext cx="1770609" cy="1690647"/>
          </a:xfrm>
          <a:prstGeom prst="rect">
            <a:avLst/>
          </a:prstGeom>
          <a:ln w="12700">
            <a:solidFill>
              <a:srgbClr val="494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200" dirty="0">
              <a:solidFill>
                <a:srgbClr val="494949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33D201-1D1E-35C6-AD9A-B7015F7006D9}"/>
              </a:ext>
            </a:extLst>
          </p:cNvPr>
          <p:cNvSpPr/>
          <p:nvPr/>
        </p:nvSpPr>
        <p:spPr>
          <a:xfrm>
            <a:off x="5638599" y="2098912"/>
            <a:ext cx="2160595" cy="1070209"/>
          </a:xfrm>
          <a:prstGeom prst="rect">
            <a:avLst/>
          </a:prstGeom>
          <a:ln w="12700">
            <a:solidFill>
              <a:srgbClr val="494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200" dirty="0">
              <a:solidFill>
                <a:srgbClr val="494949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7" name="Flowchart: Data 6">
            <a:extLst>
              <a:ext uri="{FF2B5EF4-FFF2-40B4-BE49-F238E27FC236}">
                <a16:creationId xmlns:a16="http://schemas.microsoft.com/office/drawing/2014/main" id="{3A678EDC-7084-FAB1-5583-BE03CF41A7FC}"/>
              </a:ext>
            </a:extLst>
          </p:cNvPr>
          <p:cNvSpPr/>
          <p:nvPr/>
        </p:nvSpPr>
        <p:spPr>
          <a:xfrm>
            <a:off x="2585954" y="1651063"/>
            <a:ext cx="1028327" cy="249070"/>
          </a:xfrm>
          <a:prstGeom prst="flowChartInputOutput">
            <a:avLst/>
          </a:prstGeom>
          <a:solidFill>
            <a:srgbClr val="BBE3FE"/>
          </a:solidFill>
          <a:ln w="12700">
            <a:solidFill>
              <a:srgbClr val="494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900" dirty="0">
                <a:solidFill>
                  <a:srgbClr val="494949"/>
                </a:solidFill>
              </a:rPr>
              <a:t>memory</a:t>
            </a:r>
            <a:endParaRPr lang="he-IL" sz="900" dirty="0">
              <a:solidFill>
                <a:srgbClr val="494949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A09F58-73D9-AD3F-1975-5E03CDBDCE56}"/>
              </a:ext>
            </a:extLst>
          </p:cNvPr>
          <p:cNvSpPr/>
          <p:nvPr/>
        </p:nvSpPr>
        <p:spPr>
          <a:xfrm>
            <a:off x="3115661" y="2508288"/>
            <a:ext cx="251460" cy="251460"/>
          </a:xfrm>
          <a:prstGeom prst="rect">
            <a:avLst/>
          </a:prstGeom>
          <a:solidFill>
            <a:srgbClr val="4949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58F811A-F98B-5A3B-CFB3-81DD65F81D34}"/>
              </a:ext>
            </a:extLst>
          </p:cNvPr>
          <p:cNvSpPr/>
          <p:nvPr/>
        </p:nvSpPr>
        <p:spPr>
          <a:xfrm>
            <a:off x="5387137" y="2508286"/>
            <a:ext cx="251462" cy="251462"/>
          </a:xfrm>
          <a:prstGeom prst="ellipse">
            <a:avLst/>
          </a:prstGeom>
          <a:solidFill>
            <a:srgbClr val="4949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BA03C6-83AF-05D1-C786-81C15C9FC7A5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367121" y="2634018"/>
            <a:ext cx="2020018" cy="1"/>
          </a:xfrm>
          <a:prstGeom prst="line">
            <a:avLst/>
          </a:prstGeom>
          <a:ln w="19050">
            <a:solidFill>
              <a:srgbClr val="4949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ADE74AF-3CE8-FE5C-9013-914E1B363879}"/>
              </a:ext>
            </a:extLst>
          </p:cNvPr>
          <p:cNvSpPr/>
          <p:nvPr/>
        </p:nvSpPr>
        <p:spPr>
          <a:xfrm>
            <a:off x="1930355" y="-286399"/>
            <a:ext cx="599509" cy="259579"/>
          </a:xfrm>
          <a:prstGeom prst="roundRect">
            <a:avLst>
              <a:gd name="adj" fmla="val 50000"/>
            </a:avLst>
          </a:prstGeom>
          <a:solidFill>
            <a:srgbClr val="477797"/>
          </a:solidFill>
          <a:ln w="12700">
            <a:solidFill>
              <a:srgbClr val="7A7A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Barlow Semi Condensed" panose="00000506000000000000" pitchFamily="2" charset="0"/>
              </a:rPr>
              <a:t>Item</a:t>
            </a:r>
            <a:endParaRPr lang="he-IL" sz="1200" dirty="0">
              <a:solidFill>
                <a:schemeClr val="bg1">
                  <a:lumMod val="95000"/>
                </a:schemeClr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77D53C-52EC-F4B1-584A-5EF272C5B637}"/>
              </a:ext>
            </a:extLst>
          </p:cNvPr>
          <p:cNvSpPr txBox="1"/>
          <p:nvPr/>
        </p:nvSpPr>
        <p:spPr>
          <a:xfrm>
            <a:off x="1344806" y="2508286"/>
            <a:ext cx="17706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494949"/>
                </a:solidFill>
                <a:latin typeface="Barlow Semi Condensed" panose="00000506000000000000" pitchFamily="2" charset="0"/>
              </a:rPr>
              <a:t>Reference Module</a:t>
            </a:r>
            <a:endParaRPr lang="he-IL" sz="1400" dirty="0">
              <a:solidFill>
                <a:srgbClr val="494949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EE4B77-475E-21A2-6A32-44447020B085}"/>
              </a:ext>
            </a:extLst>
          </p:cNvPr>
          <p:cNvSpPr txBox="1"/>
          <p:nvPr/>
        </p:nvSpPr>
        <p:spPr>
          <a:xfrm>
            <a:off x="5638598" y="2490474"/>
            <a:ext cx="21605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494949"/>
                </a:solidFill>
                <a:latin typeface="Barlow Semi Condensed" panose="00000506000000000000" pitchFamily="2" charset="0"/>
              </a:rPr>
              <a:t>Scoreboard</a:t>
            </a:r>
            <a:endParaRPr lang="he-IL" sz="1400" dirty="0">
              <a:solidFill>
                <a:srgbClr val="494949"/>
              </a:solidFill>
              <a:latin typeface="Barlow Semi Condensed" panose="000005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67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4507A3-824F-70FB-7CB2-77D13CF93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ports</a:t>
            </a:r>
            <a:endParaRPr lang="he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9D3B3B-B515-9875-217B-EF02E6D3D0CE}"/>
              </a:ext>
            </a:extLst>
          </p:cNvPr>
          <p:cNvSpPr/>
          <p:nvPr/>
        </p:nvSpPr>
        <p:spPr>
          <a:xfrm>
            <a:off x="1344806" y="1801790"/>
            <a:ext cx="1770609" cy="1690647"/>
          </a:xfrm>
          <a:prstGeom prst="rect">
            <a:avLst/>
          </a:prstGeom>
          <a:ln w="12700">
            <a:solidFill>
              <a:srgbClr val="494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200" dirty="0">
              <a:solidFill>
                <a:srgbClr val="494949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33D201-1D1E-35C6-AD9A-B7015F7006D9}"/>
              </a:ext>
            </a:extLst>
          </p:cNvPr>
          <p:cNvSpPr/>
          <p:nvPr/>
        </p:nvSpPr>
        <p:spPr>
          <a:xfrm>
            <a:off x="5638598" y="2098911"/>
            <a:ext cx="2160595" cy="1070209"/>
          </a:xfrm>
          <a:prstGeom prst="rect">
            <a:avLst/>
          </a:prstGeom>
          <a:ln w="12700">
            <a:solidFill>
              <a:srgbClr val="494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endParaRPr lang="he-IL" sz="1200" dirty="0">
              <a:solidFill>
                <a:srgbClr val="494949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7" name="Flowchart: Data 6">
            <a:extLst>
              <a:ext uri="{FF2B5EF4-FFF2-40B4-BE49-F238E27FC236}">
                <a16:creationId xmlns:a16="http://schemas.microsoft.com/office/drawing/2014/main" id="{3A678EDC-7084-FAB1-5583-BE03CF41A7FC}"/>
              </a:ext>
            </a:extLst>
          </p:cNvPr>
          <p:cNvSpPr/>
          <p:nvPr/>
        </p:nvSpPr>
        <p:spPr>
          <a:xfrm>
            <a:off x="2585953" y="1651062"/>
            <a:ext cx="1028327" cy="249070"/>
          </a:xfrm>
          <a:prstGeom prst="flowChartInputOutput">
            <a:avLst/>
          </a:prstGeom>
          <a:solidFill>
            <a:srgbClr val="BBE3FE"/>
          </a:solidFill>
          <a:ln w="12700">
            <a:solidFill>
              <a:srgbClr val="494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900" dirty="0">
                <a:solidFill>
                  <a:srgbClr val="494949"/>
                </a:solidFill>
              </a:rPr>
              <a:t>memory</a:t>
            </a:r>
            <a:endParaRPr lang="he-IL" sz="900" dirty="0">
              <a:solidFill>
                <a:srgbClr val="494949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A09F58-73D9-AD3F-1975-5E03CDBDCE56}"/>
              </a:ext>
            </a:extLst>
          </p:cNvPr>
          <p:cNvSpPr/>
          <p:nvPr/>
        </p:nvSpPr>
        <p:spPr>
          <a:xfrm>
            <a:off x="3115660" y="2508287"/>
            <a:ext cx="251460" cy="251460"/>
          </a:xfrm>
          <a:prstGeom prst="rect">
            <a:avLst/>
          </a:prstGeom>
          <a:solidFill>
            <a:srgbClr val="4949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58F811A-F98B-5A3B-CFB3-81DD65F81D34}"/>
              </a:ext>
            </a:extLst>
          </p:cNvPr>
          <p:cNvSpPr/>
          <p:nvPr/>
        </p:nvSpPr>
        <p:spPr>
          <a:xfrm>
            <a:off x="5387136" y="2508285"/>
            <a:ext cx="251462" cy="251462"/>
          </a:xfrm>
          <a:prstGeom prst="ellipse">
            <a:avLst/>
          </a:prstGeom>
          <a:solidFill>
            <a:srgbClr val="4949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BA03C6-83AF-05D1-C786-81C15C9FC7A5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367120" y="2634017"/>
            <a:ext cx="2020018" cy="1"/>
          </a:xfrm>
          <a:prstGeom prst="line">
            <a:avLst/>
          </a:prstGeom>
          <a:ln w="19050">
            <a:solidFill>
              <a:srgbClr val="4949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CCA4E03-8B0C-6B21-C1B5-8EBE12B55CB3}"/>
              </a:ext>
            </a:extLst>
          </p:cNvPr>
          <p:cNvSpPr/>
          <p:nvPr/>
        </p:nvSpPr>
        <p:spPr>
          <a:xfrm>
            <a:off x="1930355" y="1969121"/>
            <a:ext cx="599509" cy="259579"/>
          </a:xfrm>
          <a:prstGeom prst="roundRect">
            <a:avLst>
              <a:gd name="adj" fmla="val 50000"/>
            </a:avLst>
          </a:prstGeom>
          <a:solidFill>
            <a:srgbClr val="477797"/>
          </a:solidFill>
          <a:ln w="12700">
            <a:solidFill>
              <a:srgbClr val="7A7A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Barlow Semi Condensed" panose="00000506000000000000" pitchFamily="2" charset="0"/>
              </a:rPr>
              <a:t>Item</a:t>
            </a:r>
            <a:endParaRPr lang="he-IL" sz="1200" dirty="0">
              <a:solidFill>
                <a:schemeClr val="bg1">
                  <a:lumMod val="95000"/>
                </a:schemeClr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F6249F-E3FF-4DBE-90E3-B9F083D393AD}"/>
              </a:ext>
            </a:extLst>
          </p:cNvPr>
          <p:cNvSpPr txBox="1"/>
          <p:nvPr/>
        </p:nvSpPr>
        <p:spPr>
          <a:xfrm>
            <a:off x="1329507" y="2498679"/>
            <a:ext cx="17706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 err="1">
                <a:solidFill>
                  <a:srgbClr val="494949"/>
                </a:solidFill>
                <a:latin typeface="Barlow Semi Condensed" panose="00000506000000000000" pitchFamily="2" charset="0"/>
              </a:rPr>
              <a:t>port.write</a:t>
            </a:r>
            <a:r>
              <a:rPr lang="en-US" sz="1200" dirty="0">
                <a:solidFill>
                  <a:srgbClr val="494949"/>
                </a:solidFill>
                <a:latin typeface="Barlow Semi Condensed" panose="00000506000000000000" pitchFamily="2" charset="0"/>
              </a:rPr>
              <a:t>(                    )</a:t>
            </a:r>
            <a:endParaRPr lang="he-IL" sz="1200" dirty="0">
              <a:solidFill>
                <a:srgbClr val="494949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FD602F-FAA7-5BFA-1F3C-4A06B438FD38}"/>
              </a:ext>
            </a:extLst>
          </p:cNvPr>
          <p:cNvSpPr txBox="1"/>
          <p:nvPr/>
        </p:nvSpPr>
        <p:spPr>
          <a:xfrm>
            <a:off x="5639383" y="2323947"/>
            <a:ext cx="21605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94949"/>
                </a:solidFill>
                <a:latin typeface="Barlow Semi Condensed" panose="00000506000000000000" pitchFamily="2" charset="0"/>
              </a:rPr>
              <a:t>function void write(                    )</a:t>
            </a:r>
          </a:p>
          <a:p>
            <a:r>
              <a:rPr lang="en-US" sz="1200" dirty="0">
                <a:solidFill>
                  <a:srgbClr val="494949"/>
                </a:solidFill>
                <a:latin typeface="Barlow Semi Condensed" panose="00000506000000000000" pitchFamily="2" charset="0"/>
              </a:rPr>
              <a:t>                  compare (                    )</a:t>
            </a:r>
          </a:p>
          <a:p>
            <a:r>
              <a:rPr lang="en-US" sz="1200" dirty="0" err="1">
                <a:solidFill>
                  <a:srgbClr val="494949"/>
                </a:solidFill>
                <a:latin typeface="Barlow Semi Condensed" panose="00000506000000000000" pitchFamily="2" charset="0"/>
              </a:rPr>
              <a:t>endfunction</a:t>
            </a:r>
            <a:endParaRPr lang="he-IL" sz="1200" dirty="0">
              <a:solidFill>
                <a:srgbClr val="494949"/>
              </a:solidFill>
              <a:latin typeface="Barlow Semi Condensed" panose="000005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0615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.00402 L 0.03143 0.06173 L 0.03143 0.1071 L 0.36007 0.1071 L 0.38455 0.01945 L 0.53785 0.01945 L 0.53785 0.06328 L 0.53785 0.1 " pathEditMode="relative" ptsTypes="AAAAAAAA">
                                      <p:cBhvr>
                                        <p:cTn id="6" dur="4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p44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latin typeface="Fjalla One" panose="02000506040000020004" pitchFamily="2" charset="0"/>
                <a:sym typeface="Barlow Semi Condensed"/>
              </a:rPr>
              <a:t>UVM config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latin typeface="Fjalla One" panose="02000506040000020004" pitchFamily="2" charset="0"/>
                <a:sym typeface="Barlow Semi Condensed"/>
              </a:rPr>
              <a:t>data base</a:t>
            </a:r>
            <a:endParaRPr sz="3600" dirty="0">
              <a:latin typeface="Fjalla One" panose="02000506040000020004" pitchFamily="2" charset="0"/>
              <a:sym typeface="Barlow Semi Condensed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54795C0-1FE2-8985-9B9F-AA20EB51E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0528FBD-A0CE-DB95-F749-D9B4BA53C0B2}"/>
              </a:ext>
            </a:extLst>
          </p:cNvPr>
          <p:cNvGrpSpPr/>
          <p:nvPr/>
        </p:nvGrpSpPr>
        <p:grpSpPr>
          <a:xfrm>
            <a:off x="9742632" y="944987"/>
            <a:ext cx="4025389" cy="1371601"/>
            <a:chOff x="4096572" y="1097387"/>
            <a:chExt cx="4025389" cy="1371601"/>
          </a:xfrm>
        </p:grpSpPr>
        <p:sp>
          <p:nvSpPr>
            <p:cNvPr id="12" name="Google Shape;2621;p47">
              <a:extLst>
                <a:ext uri="{FF2B5EF4-FFF2-40B4-BE49-F238E27FC236}">
                  <a16:creationId xmlns:a16="http://schemas.microsoft.com/office/drawing/2014/main" id="{CB8D96D3-73A1-7867-0AD3-9168AAACBDEB}"/>
                </a:ext>
              </a:extLst>
            </p:cNvPr>
            <p:cNvSpPr/>
            <p:nvPr/>
          </p:nvSpPr>
          <p:spPr>
            <a:xfrm>
              <a:off x="4096572" y="1097387"/>
              <a:ext cx="4025389" cy="137160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622;p47">
              <a:extLst>
                <a:ext uri="{FF2B5EF4-FFF2-40B4-BE49-F238E27FC236}">
                  <a16:creationId xmlns:a16="http://schemas.microsoft.com/office/drawing/2014/main" id="{B3F6C319-95CA-842C-6C66-71FE1DD55137}"/>
                </a:ext>
              </a:extLst>
            </p:cNvPr>
            <p:cNvSpPr/>
            <p:nvPr/>
          </p:nvSpPr>
          <p:spPr>
            <a:xfrm>
              <a:off x="4181711" y="1188827"/>
              <a:ext cx="3858655" cy="1185279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2142;p37">
            <a:extLst>
              <a:ext uri="{FF2B5EF4-FFF2-40B4-BE49-F238E27FC236}">
                <a16:creationId xmlns:a16="http://schemas.microsoft.com/office/drawing/2014/main" id="{93D50485-99E8-86D5-C039-FB580DBA2F0C}"/>
              </a:ext>
            </a:extLst>
          </p:cNvPr>
          <p:cNvSpPr txBox="1">
            <a:spLocks/>
          </p:cNvSpPr>
          <p:nvPr/>
        </p:nvSpPr>
        <p:spPr>
          <a:xfrm>
            <a:off x="9827772" y="1430921"/>
            <a:ext cx="3940249" cy="7210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Easy way to share data (interfaces, values etc.)</a:t>
            </a:r>
          </a:p>
          <a:p>
            <a:pPr>
              <a:buClr>
                <a:schemeClr val="dk1"/>
              </a:buClr>
              <a:buSzPts val="1100"/>
            </a:pPr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Global, can be configured from anywhere to anywhere.</a:t>
            </a:r>
          </a:p>
        </p:txBody>
      </p:sp>
      <p:sp>
        <p:nvSpPr>
          <p:cNvPr id="17" name="Google Shape;2630;p47">
            <a:extLst>
              <a:ext uri="{FF2B5EF4-FFF2-40B4-BE49-F238E27FC236}">
                <a16:creationId xmlns:a16="http://schemas.microsoft.com/office/drawing/2014/main" id="{7570DF98-6A37-7B55-60F4-813A720BE668}"/>
              </a:ext>
            </a:extLst>
          </p:cNvPr>
          <p:cNvSpPr txBox="1">
            <a:spLocks/>
          </p:cNvSpPr>
          <p:nvPr/>
        </p:nvSpPr>
        <p:spPr>
          <a:xfrm>
            <a:off x="9827772" y="966686"/>
            <a:ext cx="3858654" cy="563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 algn="ctr"/>
            <a:r>
              <a:rPr lang="en-US"/>
              <a:t>Need</a:t>
            </a:r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97B9A69-5650-9B4A-3AF3-A1ED22769CAE}"/>
              </a:ext>
            </a:extLst>
          </p:cNvPr>
          <p:cNvGrpSpPr/>
          <p:nvPr/>
        </p:nvGrpSpPr>
        <p:grpSpPr>
          <a:xfrm>
            <a:off x="9742632" y="2851415"/>
            <a:ext cx="4025389" cy="1371601"/>
            <a:chOff x="4096572" y="1097387"/>
            <a:chExt cx="4025389" cy="1371601"/>
          </a:xfrm>
        </p:grpSpPr>
        <p:sp>
          <p:nvSpPr>
            <p:cNvPr id="19" name="Google Shape;2621;p47">
              <a:extLst>
                <a:ext uri="{FF2B5EF4-FFF2-40B4-BE49-F238E27FC236}">
                  <a16:creationId xmlns:a16="http://schemas.microsoft.com/office/drawing/2014/main" id="{ED06F818-2D31-DA9E-48CF-50371A3EDFD9}"/>
                </a:ext>
              </a:extLst>
            </p:cNvPr>
            <p:cNvSpPr/>
            <p:nvPr/>
          </p:nvSpPr>
          <p:spPr>
            <a:xfrm>
              <a:off x="4096572" y="1097387"/>
              <a:ext cx="4025389" cy="137160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622;p47">
              <a:extLst>
                <a:ext uri="{FF2B5EF4-FFF2-40B4-BE49-F238E27FC236}">
                  <a16:creationId xmlns:a16="http://schemas.microsoft.com/office/drawing/2014/main" id="{5C319B69-8DC2-3543-CFE5-C2A5086C1DE7}"/>
                </a:ext>
              </a:extLst>
            </p:cNvPr>
            <p:cNvSpPr/>
            <p:nvPr/>
          </p:nvSpPr>
          <p:spPr>
            <a:xfrm>
              <a:off x="4181711" y="1188827"/>
              <a:ext cx="3858655" cy="1185279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42;p37">
            <a:extLst>
              <a:ext uri="{FF2B5EF4-FFF2-40B4-BE49-F238E27FC236}">
                <a16:creationId xmlns:a16="http://schemas.microsoft.com/office/drawing/2014/main" id="{6925F724-C1AB-828B-8C33-3185E22564C2}"/>
              </a:ext>
            </a:extLst>
          </p:cNvPr>
          <p:cNvSpPr txBox="1">
            <a:spLocks/>
          </p:cNvSpPr>
          <p:nvPr/>
        </p:nvSpPr>
        <p:spPr>
          <a:xfrm>
            <a:off x="9827772" y="3337349"/>
            <a:ext cx="3940249" cy="7210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UVM built in </a:t>
            </a:r>
            <a:r>
              <a:rPr lang="en-US" i="1" dirty="0">
                <a:solidFill>
                  <a:srgbClr val="494949"/>
                </a:solidFill>
                <a:latin typeface="Barlow Semi Condensed" panose="00000506000000000000" pitchFamily="2" charset="0"/>
              </a:rPr>
              <a:t>singleton </a:t>
            </a:r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global data base</a:t>
            </a:r>
          </a:p>
          <a:p>
            <a:pPr>
              <a:buClr>
                <a:schemeClr val="dk1"/>
              </a:buClr>
              <a:buSzPts val="1100"/>
            </a:pPr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Store data by tag and type</a:t>
            </a:r>
          </a:p>
          <a:p>
            <a:pPr>
              <a:buClr>
                <a:schemeClr val="dk1"/>
              </a:buClr>
              <a:buSzPts val="1100"/>
            </a:pPr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Has set and get methods</a:t>
            </a:r>
          </a:p>
        </p:txBody>
      </p:sp>
      <p:sp>
        <p:nvSpPr>
          <p:cNvPr id="22" name="Google Shape;2630;p47">
            <a:extLst>
              <a:ext uri="{FF2B5EF4-FFF2-40B4-BE49-F238E27FC236}">
                <a16:creationId xmlns:a16="http://schemas.microsoft.com/office/drawing/2014/main" id="{4FE4C9BD-C585-58C8-6822-E05F926D8140}"/>
              </a:ext>
            </a:extLst>
          </p:cNvPr>
          <p:cNvSpPr txBox="1">
            <a:spLocks/>
          </p:cNvSpPr>
          <p:nvPr/>
        </p:nvSpPr>
        <p:spPr>
          <a:xfrm>
            <a:off x="9827772" y="2873114"/>
            <a:ext cx="3858654" cy="563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 algn="ctr"/>
            <a:r>
              <a:rPr lang="en-US" dirty="0"/>
              <a:t>Solution</a:t>
            </a:r>
          </a:p>
        </p:txBody>
      </p:sp>
      <p:pic>
        <p:nvPicPr>
          <p:cNvPr id="7" name="Picture 6" descr="A picture containing icon&#10;&#10;Description automatically generated">
            <a:extLst>
              <a:ext uri="{FF2B5EF4-FFF2-40B4-BE49-F238E27FC236}">
                <a16:creationId xmlns:a16="http://schemas.microsoft.com/office/drawing/2014/main" id="{46FD22D2-4E15-2002-92DC-30F6B4F927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167" r="17318" b="9625"/>
          <a:stretch/>
        </p:blipFill>
        <p:spPr>
          <a:xfrm>
            <a:off x="4638666" y="406400"/>
            <a:ext cx="4025390" cy="433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923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069961F4-B9A7-74A4-7AB7-B75ABE65BF5D}"/>
              </a:ext>
            </a:extLst>
          </p:cNvPr>
          <p:cNvGrpSpPr/>
          <p:nvPr/>
        </p:nvGrpSpPr>
        <p:grpSpPr>
          <a:xfrm>
            <a:off x="4096572" y="944987"/>
            <a:ext cx="4025389" cy="1371601"/>
            <a:chOff x="4096572" y="1097387"/>
            <a:chExt cx="4025389" cy="1371601"/>
          </a:xfrm>
        </p:grpSpPr>
        <p:sp>
          <p:nvSpPr>
            <p:cNvPr id="13" name="Google Shape;2621;p47">
              <a:extLst>
                <a:ext uri="{FF2B5EF4-FFF2-40B4-BE49-F238E27FC236}">
                  <a16:creationId xmlns:a16="http://schemas.microsoft.com/office/drawing/2014/main" id="{84AA8AA1-69A5-6A37-EF24-FB1FB1529266}"/>
                </a:ext>
              </a:extLst>
            </p:cNvPr>
            <p:cNvSpPr/>
            <p:nvPr/>
          </p:nvSpPr>
          <p:spPr>
            <a:xfrm>
              <a:off x="4096572" y="1097387"/>
              <a:ext cx="4025389" cy="137160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622;p47">
              <a:extLst>
                <a:ext uri="{FF2B5EF4-FFF2-40B4-BE49-F238E27FC236}">
                  <a16:creationId xmlns:a16="http://schemas.microsoft.com/office/drawing/2014/main" id="{649542B8-9E35-7F05-424B-ECB089351CB5}"/>
                </a:ext>
              </a:extLst>
            </p:cNvPr>
            <p:cNvSpPr/>
            <p:nvPr/>
          </p:nvSpPr>
          <p:spPr>
            <a:xfrm>
              <a:off x="4181711" y="1188827"/>
              <a:ext cx="3858655" cy="1185279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Google Shape;2142;p37">
            <a:extLst>
              <a:ext uri="{FF2B5EF4-FFF2-40B4-BE49-F238E27FC236}">
                <a16:creationId xmlns:a16="http://schemas.microsoft.com/office/drawing/2014/main" id="{8E8727AA-08C3-4B96-C676-CF257A4A0C51}"/>
              </a:ext>
            </a:extLst>
          </p:cNvPr>
          <p:cNvSpPr txBox="1">
            <a:spLocks/>
          </p:cNvSpPr>
          <p:nvPr/>
        </p:nvSpPr>
        <p:spPr>
          <a:xfrm>
            <a:off x="4181712" y="1430921"/>
            <a:ext cx="3940249" cy="7210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Easy way to share data (interfaces, values etc.)</a:t>
            </a:r>
          </a:p>
          <a:p>
            <a:pPr>
              <a:buClr>
                <a:schemeClr val="dk1"/>
              </a:buClr>
              <a:buSzPts val="1100"/>
            </a:pPr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Global, can be configured from anywhere to anywhere.</a:t>
            </a:r>
          </a:p>
        </p:txBody>
      </p:sp>
      <p:sp>
        <p:nvSpPr>
          <p:cNvPr id="26" name="Google Shape;2630;p47">
            <a:extLst>
              <a:ext uri="{FF2B5EF4-FFF2-40B4-BE49-F238E27FC236}">
                <a16:creationId xmlns:a16="http://schemas.microsoft.com/office/drawing/2014/main" id="{A552B033-0952-21B5-513A-E35E84E24B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81712" y="966686"/>
            <a:ext cx="3858654" cy="56341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Need</a:t>
            </a:r>
            <a:endParaRPr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79A556C-685E-0438-A4CB-4E2C28BA7C15}"/>
              </a:ext>
            </a:extLst>
          </p:cNvPr>
          <p:cNvGrpSpPr/>
          <p:nvPr/>
        </p:nvGrpSpPr>
        <p:grpSpPr>
          <a:xfrm>
            <a:off x="4096572" y="2851415"/>
            <a:ext cx="4025389" cy="1371601"/>
            <a:chOff x="4096572" y="1097387"/>
            <a:chExt cx="4025389" cy="1371601"/>
          </a:xfrm>
        </p:grpSpPr>
        <p:sp>
          <p:nvSpPr>
            <p:cNvPr id="31" name="Google Shape;2621;p47">
              <a:extLst>
                <a:ext uri="{FF2B5EF4-FFF2-40B4-BE49-F238E27FC236}">
                  <a16:creationId xmlns:a16="http://schemas.microsoft.com/office/drawing/2014/main" id="{E78184CF-72BB-088E-0CBB-25756C011763}"/>
                </a:ext>
              </a:extLst>
            </p:cNvPr>
            <p:cNvSpPr/>
            <p:nvPr/>
          </p:nvSpPr>
          <p:spPr>
            <a:xfrm>
              <a:off x="4096572" y="1097387"/>
              <a:ext cx="4025389" cy="137160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622;p47">
              <a:extLst>
                <a:ext uri="{FF2B5EF4-FFF2-40B4-BE49-F238E27FC236}">
                  <a16:creationId xmlns:a16="http://schemas.microsoft.com/office/drawing/2014/main" id="{8848BE79-FC5E-F0C2-6198-DE1D7C030A66}"/>
                </a:ext>
              </a:extLst>
            </p:cNvPr>
            <p:cNvSpPr/>
            <p:nvPr/>
          </p:nvSpPr>
          <p:spPr>
            <a:xfrm>
              <a:off x="4181711" y="1188827"/>
              <a:ext cx="3858655" cy="1185279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2142;p37">
            <a:extLst>
              <a:ext uri="{FF2B5EF4-FFF2-40B4-BE49-F238E27FC236}">
                <a16:creationId xmlns:a16="http://schemas.microsoft.com/office/drawing/2014/main" id="{1C666FCA-E586-1306-7204-C62D124916CA}"/>
              </a:ext>
            </a:extLst>
          </p:cNvPr>
          <p:cNvSpPr txBox="1">
            <a:spLocks/>
          </p:cNvSpPr>
          <p:nvPr/>
        </p:nvSpPr>
        <p:spPr>
          <a:xfrm>
            <a:off x="4181712" y="3337349"/>
            <a:ext cx="3940249" cy="7210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UVM built in </a:t>
            </a:r>
            <a:r>
              <a:rPr lang="en-US" i="1" dirty="0">
                <a:solidFill>
                  <a:srgbClr val="494949"/>
                </a:solidFill>
                <a:latin typeface="Barlow Semi Condensed" panose="00000506000000000000" pitchFamily="2" charset="0"/>
              </a:rPr>
              <a:t>singleton </a:t>
            </a:r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global data base</a:t>
            </a:r>
          </a:p>
          <a:p>
            <a:pPr>
              <a:buClr>
                <a:schemeClr val="dk1"/>
              </a:buClr>
              <a:buSzPts val="1100"/>
            </a:pPr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Store data by tag and type</a:t>
            </a:r>
          </a:p>
          <a:p>
            <a:pPr>
              <a:buClr>
                <a:schemeClr val="dk1"/>
              </a:buClr>
              <a:buSzPts val="1100"/>
            </a:pPr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Has set and get methods</a:t>
            </a:r>
          </a:p>
        </p:txBody>
      </p:sp>
      <p:sp>
        <p:nvSpPr>
          <p:cNvPr id="34" name="Google Shape;2630;p47">
            <a:extLst>
              <a:ext uri="{FF2B5EF4-FFF2-40B4-BE49-F238E27FC236}">
                <a16:creationId xmlns:a16="http://schemas.microsoft.com/office/drawing/2014/main" id="{B8E38682-6B15-CED4-9432-0EA4EE34FE30}"/>
              </a:ext>
            </a:extLst>
          </p:cNvPr>
          <p:cNvSpPr txBox="1">
            <a:spLocks/>
          </p:cNvSpPr>
          <p:nvPr/>
        </p:nvSpPr>
        <p:spPr>
          <a:xfrm>
            <a:off x="4181712" y="2873114"/>
            <a:ext cx="3858654" cy="563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 algn="ctr"/>
            <a:r>
              <a:rPr lang="en-US" dirty="0"/>
              <a:t>Solution</a:t>
            </a:r>
          </a:p>
        </p:txBody>
      </p:sp>
      <p:sp>
        <p:nvSpPr>
          <p:cNvPr id="2330" name="Google Shape;2330;p44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latin typeface="Fjalla One" panose="02000506040000020004" pitchFamily="2" charset="0"/>
                <a:sym typeface="Barlow Semi Condensed"/>
              </a:rPr>
              <a:t>UVM config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latin typeface="Fjalla One" panose="02000506040000020004" pitchFamily="2" charset="0"/>
                <a:sym typeface="Barlow Semi Condensed"/>
              </a:rPr>
              <a:t>data base</a:t>
            </a:r>
            <a:endParaRPr sz="3600" dirty="0">
              <a:latin typeface="Fjalla One" panose="02000506040000020004" pitchFamily="2" charset="0"/>
              <a:sym typeface="Barlow Semi Condensed"/>
            </a:endParaRPr>
          </a:p>
        </p:txBody>
      </p:sp>
      <p:pic>
        <p:nvPicPr>
          <p:cNvPr id="42" name="Picture 41" descr="A picture containing icon&#10;&#10;Description automatically generated">
            <a:extLst>
              <a:ext uri="{FF2B5EF4-FFF2-40B4-BE49-F238E27FC236}">
                <a16:creationId xmlns:a16="http://schemas.microsoft.com/office/drawing/2014/main" id="{96815013-F785-9C15-3116-A2B218108A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167" r="17318" b="9625"/>
          <a:stretch/>
        </p:blipFill>
        <p:spPr>
          <a:xfrm>
            <a:off x="9401166" y="406400"/>
            <a:ext cx="4025390" cy="433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6643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4507A3-824F-70FB-7CB2-77D13CF930F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6750" y="220209"/>
            <a:ext cx="3905250" cy="657905"/>
          </a:xfrm>
        </p:spPr>
        <p:txBody>
          <a:bodyPr/>
          <a:lstStyle/>
          <a:p>
            <a:r>
              <a:rPr lang="en-US" dirty="0"/>
              <a:t>Example of DB</a:t>
            </a:r>
            <a:endParaRPr lang="he-IL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04040C-9F32-DE9B-E1E9-CFA8C9238604}"/>
              </a:ext>
            </a:extLst>
          </p:cNvPr>
          <p:cNvSpPr/>
          <p:nvPr/>
        </p:nvSpPr>
        <p:spPr>
          <a:xfrm>
            <a:off x="2889756" y="1633784"/>
            <a:ext cx="2893856" cy="1414216"/>
          </a:xfrm>
          <a:prstGeom prst="roundRect">
            <a:avLst/>
          </a:prstGeom>
          <a:ln w="12700">
            <a:solidFill>
              <a:srgbClr val="494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Agent</a:t>
            </a:r>
            <a:endParaRPr lang="he-IL" sz="1200" dirty="0">
              <a:solidFill>
                <a:srgbClr val="494949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6" name="Flowchart: Data 5">
            <a:extLst>
              <a:ext uri="{FF2B5EF4-FFF2-40B4-BE49-F238E27FC236}">
                <a16:creationId xmlns:a16="http://schemas.microsoft.com/office/drawing/2014/main" id="{2943B033-923B-2964-C83F-41BAA323A7C2}"/>
              </a:ext>
            </a:extLst>
          </p:cNvPr>
          <p:cNvSpPr/>
          <p:nvPr/>
        </p:nvSpPr>
        <p:spPr>
          <a:xfrm>
            <a:off x="4670639" y="1434094"/>
            <a:ext cx="1648907" cy="399380"/>
          </a:xfrm>
          <a:prstGeom prst="flowChartInputOutput">
            <a:avLst/>
          </a:prstGeom>
          <a:solidFill>
            <a:srgbClr val="BBE3FE"/>
          </a:solidFill>
          <a:ln w="12700">
            <a:solidFill>
              <a:srgbClr val="494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900" dirty="0">
              <a:solidFill>
                <a:srgbClr val="494949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6CD059-7BE3-81FC-AFCA-59056865A286}"/>
              </a:ext>
            </a:extLst>
          </p:cNvPr>
          <p:cNvSpPr txBox="1"/>
          <p:nvPr/>
        </p:nvSpPr>
        <p:spPr>
          <a:xfrm>
            <a:off x="5123163" y="1479895"/>
            <a:ext cx="74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494949"/>
                </a:solidFill>
                <a:latin typeface="Barlow Semi Condensed" panose="00000506000000000000" pitchFamily="2" charset="0"/>
              </a:rPr>
              <a:t>config</a:t>
            </a:r>
            <a:endParaRPr lang="he-IL" dirty="0">
              <a:latin typeface="Barlow Semi Condensed" panose="000005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294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4507A3-824F-70FB-7CB2-77D13CF930F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6750" y="220209"/>
            <a:ext cx="3905250" cy="657905"/>
          </a:xfrm>
        </p:spPr>
        <p:txBody>
          <a:bodyPr/>
          <a:lstStyle/>
          <a:p>
            <a:r>
              <a:rPr lang="en-US" dirty="0"/>
              <a:t>Example of DB</a:t>
            </a:r>
            <a:endParaRPr lang="he-IL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04040C-9F32-DE9B-E1E9-CFA8C9238604}"/>
              </a:ext>
            </a:extLst>
          </p:cNvPr>
          <p:cNvSpPr/>
          <p:nvPr/>
        </p:nvSpPr>
        <p:spPr>
          <a:xfrm>
            <a:off x="2889756" y="1633784"/>
            <a:ext cx="2893856" cy="1414216"/>
          </a:xfrm>
          <a:prstGeom prst="roundRect">
            <a:avLst/>
          </a:prstGeom>
          <a:ln w="12700">
            <a:solidFill>
              <a:srgbClr val="494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Agent</a:t>
            </a:r>
            <a:endParaRPr lang="he-IL" sz="1200" dirty="0">
              <a:solidFill>
                <a:srgbClr val="494949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6" name="Flowchart: Data 5">
            <a:extLst>
              <a:ext uri="{FF2B5EF4-FFF2-40B4-BE49-F238E27FC236}">
                <a16:creationId xmlns:a16="http://schemas.microsoft.com/office/drawing/2014/main" id="{2943B033-923B-2964-C83F-41BAA323A7C2}"/>
              </a:ext>
            </a:extLst>
          </p:cNvPr>
          <p:cNvSpPr/>
          <p:nvPr/>
        </p:nvSpPr>
        <p:spPr>
          <a:xfrm>
            <a:off x="6306456" y="1108026"/>
            <a:ext cx="2278744" cy="2927448"/>
          </a:xfrm>
          <a:prstGeom prst="flowChartInputOutput">
            <a:avLst/>
          </a:prstGeom>
          <a:solidFill>
            <a:srgbClr val="BBE3FE"/>
          </a:solidFill>
          <a:ln w="12700">
            <a:solidFill>
              <a:srgbClr val="494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900" dirty="0">
              <a:solidFill>
                <a:srgbClr val="494949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013AD9-DD9E-6ACC-C147-570C98E8187B}"/>
              </a:ext>
            </a:extLst>
          </p:cNvPr>
          <p:cNvSpPr txBox="1"/>
          <p:nvPr/>
        </p:nvSpPr>
        <p:spPr>
          <a:xfrm>
            <a:off x="6587504" y="1663809"/>
            <a:ext cx="184727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494949"/>
                </a:solidFill>
                <a:latin typeface="Barlow Semi Condensed" panose="00000506000000000000" pitchFamily="2" charset="0"/>
              </a:rPr>
              <a:t>bit:</a:t>
            </a:r>
          </a:p>
          <a:p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 “</a:t>
            </a:r>
            <a:r>
              <a:rPr lang="en-US" dirty="0" err="1">
                <a:solidFill>
                  <a:srgbClr val="494949"/>
                </a:solidFill>
                <a:latin typeface="Barlow Semi Condensed" panose="00000506000000000000" pitchFamily="2" charset="0"/>
              </a:rPr>
              <a:t>is_active</a:t>
            </a:r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” : 1</a:t>
            </a:r>
          </a:p>
          <a:p>
            <a:endParaRPr lang="en-US" dirty="0">
              <a:solidFill>
                <a:srgbClr val="494949"/>
              </a:solidFill>
              <a:latin typeface="Barlow Semi Condensed" panose="00000506000000000000" pitchFamily="2" charset="0"/>
            </a:endParaRPr>
          </a:p>
          <a:p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string:</a:t>
            </a:r>
          </a:p>
          <a:p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 “</a:t>
            </a:r>
            <a:r>
              <a:rPr lang="en-US" dirty="0" err="1">
                <a:solidFill>
                  <a:srgbClr val="494949"/>
                </a:solidFill>
                <a:latin typeface="Barlow Semi Condensed" panose="00000506000000000000" pitchFamily="2" charset="0"/>
              </a:rPr>
              <a:t>is_master</a:t>
            </a:r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” : “master”</a:t>
            </a:r>
          </a:p>
          <a:p>
            <a:endParaRPr lang="en-US" dirty="0">
              <a:solidFill>
                <a:srgbClr val="494949"/>
              </a:solidFill>
              <a:latin typeface="Barlow Semi Condensed" panose="00000506000000000000" pitchFamily="2" charset="0"/>
            </a:endParaRPr>
          </a:p>
          <a:p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time:</a:t>
            </a:r>
          </a:p>
          <a:p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 “</a:t>
            </a:r>
            <a:r>
              <a:rPr lang="en-US" dirty="0" err="1">
                <a:solidFill>
                  <a:srgbClr val="494949"/>
                </a:solidFill>
                <a:latin typeface="Barlow Semi Condensed" panose="00000506000000000000" pitchFamily="2" charset="0"/>
              </a:rPr>
              <a:t>clk_cycle_time</a:t>
            </a:r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” : 5ns</a:t>
            </a:r>
          </a:p>
        </p:txBody>
      </p:sp>
    </p:spTree>
    <p:extLst>
      <p:ext uri="{BB962C8B-B14F-4D97-AF65-F5344CB8AC3E}">
        <p14:creationId xmlns:p14="http://schemas.microsoft.com/office/powerpoint/2010/main" val="9248400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4507A3-824F-70FB-7CB2-77D13CF930F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6750" y="220209"/>
            <a:ext cx="3905250" cy="657905"/>
          </a:xfrm>
        </p:spPr>
        <p:txBody>
          <a:bodyPr/>
          <a:lstStyle/>
          <a:p>
            <a:r>
              <a:rPr lang="en-US" dirty="0"/>
              <a:t>Example of DB</a:t>
            </a:r>
            <a:endParaRPr lang="he-IL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04040C-9F32-DE9B-E1E9-CFA8C9238604}"/>
              </a:ext>
            </a:extLst>
          </p:cNvPr>
          <p:cNvSpPr/>
          <p:nvPr/>
        </p:nvSpPr>
        <p:spPr>
          <a:xfrm>
            <a:off x="2889756" y="1633784"/>
            <a:ext cx="2893856" cy="1414216"/>
          </a:xfrm>
          <a:prstGeom prst="roundRect">
            <a:avLst/>
          </a:prstGeom>
          <a:ln w="12700">
            <a:solidFill>
              <a:srgbClr val="494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200" dirty="0">
              <a:solidFill>
                <a:srgbClr val="494949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6" name="Flowchart: Data 5">
            <a:extLst>
              <a:ext uri="{FF2B5EF4-FFF2-40B4-BE49-F238E27FC236}">
                <a16:creationId xmlns:a16="http://schemas.microsoft.com/office/drawing/2014/main" id="{2943B033-923B-2964-C83F-41BAA323A7C2}"/>
              </a:ext>
            </a:extLst>
          </p:cNvPr>
          <p:cNvSpPr/>
          <p:nvPr/>
        </p:nvSpPr>
        <p:spPr>
          <a:xfrm>
            <a:off x="6306456" y="1108026"/>
            <a:ext cx="2278744" cy="2927448"/>
          </a:xfrm>
          <a:prstGeom prst="flowChartInputOutput">
            <a:avLst/>
          </a:prstGeom>
          <a:solidFill>
            <a:srgbClr val="BBE3FE"/>
          </a:solidFill>
          <a:ln w="12700">
            <a:solidFill>
              <a:srgbClr val="494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900" dirty="0">
              <a:solidFill>
                <a:srgbClr val="494949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013AD9-DD9E-6ACC-C147-570C98E8187B}"/>
              </a:ext>
            </a:extLst>
          </p:cNvPr>
          <p:cNvSpPr txBox="1"/>
          <p:nvPr/>
        </p:nvSpPr>
        <p:spPr>
          <a:xfrm>
            <a:off x="6587504" y="1663809"/>
            <a:ext cx="184727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494949"/>
                </a:solidFill>
                <a:latin typeface="Barlow Semi Condensed" panose="00000506000000000000" pitchFamily="2" charset="0"/>
              </a:rPr>
              <a:t>bit:</a:t>
            </a:r>
          </a:p>
          <a:p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 “</a:t>
            </a:r>
            <a:r>
              <a:rPr lang="en-US" dirty="0" err="1">
                <a:solidFill>
                  <a:srgbClr val="494949"/>
                </a:solidFill>
                <a:latin typeface="Barlow Semi Condensed" panose="00000506000000000000" pitchFamily="2" charset="0"/>
              </a:rPr>
              <a:t>is_active</a:t>
            </a:r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” : 1</a:t>
            </a:r>
          </a:p>
          <a:p>
            <a:endParaRPr lang="en-US" dirty="0">
              <a:solidFill>
                <a:srgbClr val="494949"/>
              </a:solidFill>
              <a:latin typeface="Barlow Semi Condensed" panose="00000506000000000000" pitchFamily="2" charset="0"/>
            </a:endParaRPr>
          </a:p>
          <a:p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string:</a:t>
            </a:r>
          </a:p>
          <a:p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 “</a:t>
            </a:r>
            <a:r>
              <a:rPr lang="en-US" dirty="0" err="1">
                <a:solidFill>
                  <a:srgbClr val="494949"/>
                </a:solidFill>
                <a:latin typeface="Barlow Semi Condensed" panose="00000506000000000000" pitchFamily="2" charset="0"/>
              </a:rPr>
              <a:t>is_master</a:t>
            </a:r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” : “master”</a:t>
            </a:r>
          </a:p>
          <a:p>
            <a:endParaRPr lang="en-US" dirty="0">
              <a:solidFill>
                <a:srgbClr val="494949"/>
              </a:solidFill>
              <a:latin typeface="Barlow Semi Condensed" panose="00000506000000000000" pitchFamily="2" charset="0"/>
            </a:endParaRPr>
          </a:p>
          <a:p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time:</a:t>
            </a:r>
          </a:p>
          <a:p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 “</a:t>
            </a:r>
            <a:r>
              <a:rPr lang="en-US" dirty="0" err="1">
                <a:solidFill>
                  <a:srgbClr val="494949"/>
                </a:solidFill>
                <a:latin typeface="Barlow Semi Condensed" panose="00000506000000000000" pitchFamily="2" charset="0"/>
              </a:rPr>
              <a:t>clk_cycle_time</a:t>
            </a:r>
            <a:r>
              <a:rPr lang="en-US" dirty="0">
                <a:solidFill>
                  <a:srgbClr val="494949"/>
                </a:solidFill>
                <a:latin typeface="Barlow Semi Condensed" panose="00000506000000000000" pitchFamily="2" charset="0"/>
              </a:rPr>
              <a:t>” : 5ns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64E7E33-39B5-E31C-45AE-55274E2755FB}"/>
              </a:ext>
            </a:extLst>
          </p:cNvPr>
          <p:cNvSpPr/>
          <p:nvPr/>
        </p:nvSpPr>
        <p:spPr>
          <a:xfrm>
            <a:off x="3063928" y="1766207"/>
            <a:ext cx="1087158" cy="541564"/>
          </a:xfrm>
          <a:prstGeom prst="roundRect">
            <a:avLst/>
          </a:prstGeom>
          <a:ln w="12700">
            <a:solidFill>
              <a:srgbClr val="494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494949"/>
                </a:solidFill>
                <a:latin typeface="Barlow Semi Condensed" panose="00000506000000000000" pitchFamily="2" charset="0"/>
              </a:rPr>
              <a:t>sequencer</a:t>
            </a:r>
            <a:endParaRPr lang="he-IL" sz="1200" dirty="0">
              <a:solidFill>
                <a:srgbClr val="494949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0C3B835-9BB4-C2FE-7E84-0EE2ACEAE9CF}"/>
              </a:ext>
            </a:extLst>
          </p:cNvPr>
          <p:cNvSpPr/>
          <p:nvPr/>
        </p:nvSpPr>
        <p:spPr>
          <a:xfrm>
            <a:off x="3063928" y="2407103"/>
            <a:ext cx="1087158" cy="541564"/>
          </a:xfrm>
          <a:prstGeom prst="roundRect">
            <a:avLst/>
          </a:prstGeom>
          <a:ln w="12700">
            <a:solidFill>
              <a:srgbClr val="494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494949"/>
                </a:solidFill>
                <a:latin typeface="Barlow Semi Condensed" panose="00000506000000000000" pitchFamily="2" charset="0"/>
              </a:rPr>
              <a:t>monitor</a:t>
            </a:r>
            <a:endParaRPr lang="he-IL" sz="1200" dirty="0">
              <a:solidFill>
                <a:srgbClr val="494949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5F4AD02-8407-C278-5707-7136B51CCF1A}"/>
              </a:ext>
            </a:extLst>
          </p:cNvPr>
          <p:cNvSpPr/>
          <p:nvPr/>
        </p:nvSpPr>
        <p:spPr>
          <a:xfrm>
            <a:off x="4336684" y="1766207"/>
            <a:ext cx="1087158" cy="541564"/>
          </a:xfrm>
          <a:prstGeom prst="roundRect">
            <a:avLst/>
          </a:prstGeom>
          <a:ln w="12700">
            <a:solidFill>
              <a:srgbClr val="494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rgbClr val="494949"/>
                </a:solidFill>
                <a:latin typeface="Barlow Semi Condensed" panose="00000506000000000000" pitchFamily="2" charset="0"/>
              </a:rPr>
              <a:t>driver</a:t>
            </a:r>
            <a:endParaRPr lang="he-IL" sz="1200" dirty="0">
              <a:solidFill>
                <a:srgbClr val="494949"/>
              </a:solidFill>
              <a:latin typeface="Barlow Semi Condensed" panose="000005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7332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8" name="Google Shape;3498;p61"/>
          <p:cNvSpPr txBox="1">
            <a:spLocks noGrp="1"/>
          </p:cNvSpPr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git diff</a:t>
            </a:r>
            <a:endParaRPr dirty="0"/>
          </a:p>
        </p:txBody>
      </p:sp>
      <p:sp>
        <p:nvSpPr>
          <p:cNvPr id="3499" name="Google Shape;3499;p61"/>
          <p:cNvSpPr/>
          <p:nvPr/>
        </p:nvSpPr>
        <p:spPr>
          <a:xfrm>
            <a:off x="4665800" y="1135707"/>
            <a:ext cx="2676000" cy="3222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0" name="Google Shape;3500;p61"/>
          <p:cNvSpPr/>
          <p:nvPr/>
        </p:nvSpPr>
        <p:spPr>
          <a:xfrm>
            <a:off x="4747260" y="1211580"/>
            <a:ext cx="2506980" cy="3078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3" name="Google Shape;3503;p61"/>
          <p:cNvSpPr txBox="1">
            <a:spLocks noGrp="1"/>
          </p:cNvSpPr>
          <p:nvPr>
            <p:ph type="subTitle" idx="1"/>
          </p:nvPr>
        </p:nvSpPr>
        <p:spPr>
          <a:xfrm>
            <a:off x="4747260" y="1693333"/>
            <a:ext cx="2506980" cy="28214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Barlow Semi Condensed" panose="00000506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Establish a constant protocol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Barlow Semi Condensed" panose="00000506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Determined who initiate the transaction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Barlow Semi Condensed" panose="00000506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The direction is constant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Barlow Semi Condensed" panose="00000506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Takes development time to setup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Barlow Semi Condensed" panose="00000506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Efficient</a:t>
            </a:r>
          </a:p>
        </p:txBody>
      </p:sp>
      <p:sp>
        <p:nvSpPr>
          <p:cNvPr id="3505" name="Google Shape;3505;p61"/>
          <p:cNvSpPr txBox="1">
            <a:spLocks noGrp="1"/>
          </p:cNvSpPr>
          <p:nvPr>
            <p:ph type="subTitle" idx="3"/>
          </p:nvPr>
        </p:nvSpPr>
        <p:spPr>
          <a:xfrm>
            <a:off x="4956048" y="1410395"/>
            <a:ext cx="2084700" cy="2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TLM</a:t>
            </a:r>
            <a:endParaRPr sz="1800" dirty="0"/>
          </a:p>
        </p:txBody>
      </p:sp>
      <p:sp>
        <p:nvSpPr>
          <p:cNvPr id="14" name="Google Shape;3499;p61">
            <a:extLst>
              <a:ext uri="{FF2B5EF4-FFF2-40B4-BE49-F238E27FC236}">
                <a16:creationId xmlns:a16="http://schemas.microsoft.com/office/drawing/2014/main" id="{7BA9C473-309F-9AA4-A828-E5451A575834}"/>
              </a:ext>
            </a:extLst>
          </p:cNvPr>
          <p:cNvSpPr/>
          <p:nvPr/>
        </p:nvSpPr>
        <p:spPr>
          <a:xfrm>
            <a:off x="1610180" y="1143327"/>
            <a:ext cx="2676000" cy="3222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3500;p61">
            <a:extLst>
              <a:ext uri="{FF2B5EF4-FFF2-40B4-BE49-F238E27FC236}">
                <a16:creationId xmlns:a16="http://schemas.microsoft.com/office/drawing/2014/main" id="{BC4ED9FD-0826-52CF-0AFA-311689B2EE78}"/>
              </a:ext>
            </a:extLst>
          </p:cNvPr>
          <p:cNvSpPr/>
          <p:nvPr/>
        </p:nvSpPr>
        <p:spPr>
          <a:xfrm>
            <a:off x="1691640" y="1219200"/>
            <a:ext cx="2506980" cy="3078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503;p61">
            <a:extLst>
              <a:ext uri="{FF2B5EF4-FFF2-40B4-BE49-F238E27FC236}">
                <a16:creationId xmlns:a16="http://schemas.microsoft.com/office/drawing/2014/main" id="{6D3EBC94-D02E-67AD-A408-1B2FABD348D7}"/>
              </a:ext>
            </a:extLst>
          </p:cNvPr>
          <p:cNvSpPr txBox="1">
            <a:spLocks/>
          </p:cNvSpPr>
          <p:nvPr/>
        </p:nvSpPr>
        <p:spPr>
          <a:xfrm>
            <a:off x="1691640" y="1700953"/>
            <a:ext cx="2506980" cy="2821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Barlow Semi Condensed" panose="00000506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Global named variables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Barlow Semi Condensed" panose="00000506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Every call requires a complex string operation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Barlow Semi Condensed" panose="00000506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Used for initialization and occasional communication.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Barlow Semi Condensed" panose="00000506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Not efficient</a:t>
            </a:r>
          </a:p>
        </p:txBody>
      </p:sp>
      <p:sp>
        <p:nvSpPr>
          <p:cNvPr id="17" name="Google Shape;3505;p61">
            <a:extLst>
              <a:ext uri="{FF2B5EF4-FFF2-40B4-BE49-F238E27FC236}">
                <a16:creationId xmlns:a16="http://schemas.microsoft.com/office/drawing/2014/main" id="{7E589A8C-B3CF-D753-1ED4-2BF724581F6C}"/>
              </a:ext>
            </a:extLst>
          </p:cNvPr>
          <p:cNvSpPr txBox="1">
            <a:spLocks/>
          </p:cNvSpPr>
          <p:nvPr/>
        </p:nvSpPr>
        <p:spPr>
          <a:xfrm>
            <a:off x="1900428" y="1418015"/>
            <a:ext cx="2084700" cy="2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/>
              <a:t>config </a:t>
            </a:r>
            <a:r>
              <a:rPr lang="en-US" sz="1800" dirty="0" err="1"/>
              <a:t>db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62072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1B4BB9-ACA0-56E7-C0AD-081590D7D2E2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2973225" y="1501950"/>
            <a:ext cx="2967600" cy="1069800"/>
          </a:xfrm>
        </p:spPr>
        <p:txBody>
          <a:bodyPr/>
          <a:lstStyle/>
          <a:p>
            <a:r>
              <a:rPr lang="he-IL" sz="8025" dirty="0"/>
              <a:t>שאלות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8EA18ED-9928-36EB-BED3-48235612B8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1800" y="2363438"/>
            <a:ext cx="3200400" cy="685800"/>
          </a:xfrm>
        </p:spPr>
        <p:txBody>
          <a:bodyPr/>
          <a:lstStyle/>
          <a:p>
            <a:r>
              <a:rPr lang="en-US" sz="1500" dirty="0">
                <a:latin typeface="+mn-lt"/>
                <a:cs typeface="+mn-cs"/>
              </a:rPr>
              <a:t>Try learning more</a:t>
            </a:r>
            <a:endParaRPr lang="he-IL" dirty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635652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475</Words>
  <Application>Microsoft Office PowerPoint</Application>
  <PresentationFormat>On-screen Show (16:9)</PresentationFormat>
  <Paragraphs>155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Barlow Semi Condensed</vt:lpstr>
      <vt:lpstr>Barlow Semi Condensed Medium</vt:lpstr>
      <vt:lpstr>Fjalla One</vt:lpstr>
      <vt:lpstr>Arial</vt:lpstr>
      <vt:lpstr>Technology Consulting by Slidesgo</vt:lpstr>
      <vt:lpstr>PowerPoint Presentation</vt:lpstr>
      <vt:lpstr>The Need</vt:lpstr>
      <vt:lpstr>TLM 1.0 Transaction level modelling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of ports</vt:lpstr>
      <vt:lpstr>Example of ports</vt:lpstr>
      <vt:lpstr>PowerPoint Presentation</vt:lpstr>
      <vt:lpstr>Need</vt:lpstr>
      <vt:lpstr>Example of DB</vt:lpstr>
      <vt:lpstr>Example of DB</vt:lpstr>
      <vt:lpstr>Example of DB</vt:lpstr>
      <vt:lpstr>git diff</vt:lpstr>
      <vt:lpstr>שאלות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Lior</dc:creator>
  <cp:lastModifiedBy>ליאור סבא</cp:lastModifiedBy>
  <cp:revision>2</cp:revision>
  <dcterms:modified xsi:type="dcterms:W3CDTF">2022-12-10T10:08:00Z</dcterms:modified>
</cp:coreProperties>
</file>